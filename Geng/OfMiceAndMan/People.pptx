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3637280" y="3099435"/>
            <a:ext cx="1276985" cy="659765"/>
          </a:xfrm>
          <a:prstGeom prst="rect">
            <a:avLst/>
          </a:prstGeom>
          <a:noFill/>
          <a:ln w="28575" cmpd="sng">
            <a:solidFill>
              <a:srgbClr val="20202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800">
                <a:solidFill>
                  <a:schemeClr val="tx1"/>
                </a:solidFill>
              </a:rPr>
              <a:t>Lennie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7635240" y="3099435"/>
            <a:ext cx="1449705" cy="659765"/>
          </a:xfrm>
          <a:prstGeom prst="rect">
            <a:avLst/>
          </a:prstGeom>
          <a:noFill/>
          <a:ln w="28575" cmpd="sng">
            <a:solidFill>
              <a:srgbClr val="20202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800">
                <a:solidFill>
                  <a:schemeClr val="tx1"/>
                </a:solidFill>
              </a:rPr>
              <a:t>George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8" name="Straight Arrow Connector 7"/>
          <p:cNvCxnSpPr>
            <a:stCxn id="4" idx="3"/>
            <a:endCxn id="7" idx="1"/>
          </p:cNvCxnSpPr>
          <p:nvPr/>
        </p:nvCxnSpPr>
        <p:spPr>
          <a:xfrm>
            <a:off x="4914265" y="3429635"/>
            <a:ext cx="2720975" cy="0"/>
          </a:xfrm>
          <a:prstGeom prst="straightConnector1">
            <a:avLst/>
          </a:prstGeom>
          <a:ln w="25400">
            <a:solidFill>
              <a:srgbClr val="202020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8"/>
          <p:cNvSpPr txBox="1"/>
          <p:nvPr/>
        </p:nvSpPr>
        <p:spPr>
          <a:xfrm>
            <a:off x="5420995" y="3114040"/>
            <a:ext cx="147891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/>
              <a:t>Look out for </a:t>
            </a:r>
            <a:endParaRPr lang="en-US"/>
          </a:p>
          <a:p>
            <a:pPr algn="ctr"/>
            <a:r>
              <a:rPr lang="en-US"/>
              <a:t>each other</a:t>
            </a:r>
            <a:endParaRPr lang="en-US"/>
          </a:p>
        </p:txBody>
      </p:sp>
      <p:sp>
        <p:nvSpPr>
          <p:cNvPr id="10" name="Rectangles 9"/>
          <p:cNvSpPr/>
          <p:nvPr/>
        </p:nvSpPr>
        <p:spPr>
          <a:xfrm>
            <a:off x="7458075" y="581025"/>
            <a:ext cx="1630680" cy="659765"/>
          </a:xfrm>
          <a:prstGeom prst="rect">
            <a:avLst/>
          </a:prstGeom>
          <a:noFill/>
          <a:ln w="28575" cmpd="sng">
            <a:solidFill>
              <a:srgbClr val="20202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>
                <a:solidFill>
                  <a:schemeClr val="tx1"/>
                </a:solidFill>
              </a:rPr>
              <a:t>The Boss</a:t>
            </a:r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3628390" y="581025"/>
            <a:ext cx="1285875" cy="659765"/>
          </a:xfrm>
          <a:prstGeom prst="rect">
            <a:avLst/>
          </a:prstGeom>
          <a:noFill/>
          <a:ln w="28575" cmpd="sng">
            <a:solidFill>
              <a:srgbClr val="20202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800">
                <a:solidFill>
                  <a:schemeClr val="tx1"/>
                </a:solidFill>
              </a:rPr>
              <a:t>Curley</a:t>
            </a:r>
            <a:endParaRPr lang="en-US" sz="280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/>
          <p:cNvCxnSpPr>
            <a:stCxn id="11" idx="3"/>
            <a:endCxn id="10" idx="1"/>
          </p:cNvCxnSpPr>
          <p:nvPr/>
        </p:nvCxnSpPr>
        <p:spPr>
          <a:xfrm>
            <a:off x="4914265" y="911225"/>
            <a:ext cx="2543810" cy="0"/>
          </a:xfrm>
          <a:prstGeom prst="straightConnector1">
            <a:avLst/>
          </a:prstGeom>
          <a:ln w="25400">
            <a:solidFill>
              <a:srgbClr val="20202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12"/>
          <p:cNvSpPr txBox="1"/>
          <p:nvPr/>
        </p:nvSpPr>
        <p:spPr>
          <a:xfrm>
            <a:off x="5875655" y="581025"/>
            <a:ext cx="5695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Son</a:t>
            </a:r>
            <a:endParaRPr lang="en-US"/>
          </a:p>
        </p:txBody>
      </p:sp>
      <p:cxnSp>
        <p:nvCxnSpPr>
          <p:cNvPr id="14" name="Straight Arrow Connector 13"/>
          <p:cNvCxnSpPr>
            <a:stCxn id="4" idx="0"/>
            <a:endCxn id="11" idx="2"/>
          </p:cNvCxnSpPr>
          <p:nvPr/>
        </p:nvCxnSpPr>
        <p:spPr>
          <a:xfrm flipH="1" flipV="1">
            <a:off x="4271645" y="1240790"/>
            <a:ext cx="4445" cy="1858645"/>
          </a:xfrm>
          <a:prstGeom prst="straightConnector1">
            <a:avLst/>
          </a:prstGeom>
          <a:ln w="25400">
            <a:solidFill>
              <a:srgbClr val="20202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14"/>
          <p:cNvSpPr txBox="1"/>
          <p:nvPr/>
        </p:nvSpPr>
        <p:spPr>
          <a:xfrm rot="16200000">
            <a:off x="3168015" y="1985645"/>
            <a:ext cx="184721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Doesn’t like him</a:t>
            </a:r>
            <a:endParaRPr lang="en-US"/>
          </a:p>
        </p:txBody>
      </p:sp>
      <p:sp>
        <p:nvSpPr>
          <p:cNvPr id="16" name="Rectangles 15"/>
          <p:cNvSpPr/>
          <p:nvPr/>
        </p:nvSpPr>
        <p:spPr>
          <a:xfrm>
            <a:off x="765810" y="581025"/>
            <a:ext cx="1032510" cy="659765"/>
          </a:xfrm>
          <a:prstGeom prst="rect">
            <a:avLst/>
          </a:prstGeom>
          <a:noFill/>
          <a:ln w="28575" cmpd="sng">
            <a:solidFill>
              <a:srgbClr val="20202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800">
                <a:solidFill>
                  <a:schemeClr val="tx1"/>
                </a:solidFill>
              </a:rPr>
              <a:t>Wife</a:t>
            </a:r>
            <a:endParaRPr lang="en-US" sz="280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/>
          <p:cNvCxnSpPr>
            <a:stCxn id="16" idx="3"/>
            <a:endCxn id="11" idx="1"/>
          </p:cNvCxnSpPr>
          <p:nvPr/>
        </p:nvCxnSpPr>
        <p:spPr>
          <a:xfrm>
            <a:off x="1798320" y="911225"/>
            <a:ext cx="1830070" cy="0"/>
          </a:xfrm>
          <a:prstGeom prst="straightConnector1">
            <a:avLst/>
          </a:prstGeom>
          <a:ln w="25400">
            <a:solidFill>
              <a:srgbClr val="20202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4" idx="1"/>
            <a:endCxn id="16" idx="2"/>
          </p:cNvCxnSpPr>
          <p:nvPr/>
        </p:nvCxnSpPr>
        <p:spPr>
          <a:xfrm rot="10800000">
            <a:off x="1281430" y="1240155"/>
            <a:ext cx="2355215" cy="2188845"/>
          </a:xfrm>
          <a:prstGeom prst="bentConnector2">
            <a:avLst/>
          </a:prstGeom>
          <a:ln w="254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>
            <a:off x="1350010" y="3061335"/>
            <a:ext cx="22872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Finds her interesting</a:t>
            </a:r>
            <a:endParaRPr lang="en-US"/>
          </a:p>
        </p:txBody>
      </p:sp>
      <p:cxnSp>
        <p:nvCxnSpPr>
          <p:cNvPr id="20" name="Straight Arrow Connector 19"/>
          <p:cNvCxnSpPr>
            <a:stCxn id="11" idx="2"/>
            <a:endCxn id="7" idx="0"/>
          </p:cNvCxnSpPr>
          <p:nvPr/>
        </p:nvCxnSpPr>
        <p:spPr>
          <a:xfrm>
            <a:off x="4271645" y="1240790"/>
            <a:ext cx="4088765" cy="1858645"/>
          </a:xfrm>
          <a:prstGeom prst="straightConnector1">
            <a:avLst/>
          </a:prstGeom>
          <a:ln w="25400">
            <a:solidFill>
              <a:srgbClr val="20202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Box 20"/>
          <p:cNvSpPr txBox="1"/>
          <p:nvPr/>
        </p:nvSpPr>
        <p:spPr>
          <a:xfrm rot="1500000">
            <a:off x="5648960" y="1828800"/>
            <a:ext cx="12312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Hates him</a:t>
            </a:r>
            <a:endParaRPr lang="en-US"/>
          </a:p>
        </p:txBody>
      </p:sp>
      <p:sp>
        <p:nvSpPr>
          <p:cNvPr id="2" name="Text Box 1"/>
          <p:cNvSpPr txBox="1"/>
          <p:nvPr/>
        </p:nvSpPr>
        <p:spPr>
          <a:xfrm rot="16200000">
            <a:off x="3835400" y="1985645"/>
            <a:ext cx="1249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FIghts him</a:t>
            </a:r>
            <a:endParaRPr lang="en-US"/>
          </a:p>
        </p:txBody>
      </p:sp>
      <p:sp>
        <p:nvSpPr>
          <p:cNvPr id="3" name="Rectangles 2"/>
          <p:cNvSpPr/>
          <p:nvPr/>
        </p:nvSpPr>
        <p:spPr>
          <a:xfrm>
            <a:off x="10148570" y="3114040"/>
            <a:ext cx="1276985" cy="659765"/>
          </a:xfrm>
          <a:prstGeom prst="rect">
            <a:avLst/>
          </a:prstGeom>
          <a:noFill/>
          <a:ln w="28575" cmpd="sng">
            <a:solidFill>
              <a:srgbClr val="20202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800">
                <a:solidFill>
                  <a:schemeClr val="tx1"/>
                </a:solidFill>
              </a:rPr>
              <a:t>Slim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5" name="Straight Arrow Connector 4"/>
          <p:cNvCxnSpPr>
            <a:stCxn id="3" idx="0"/>
            <a:endCxn id="11" idx="3"/>
          </p:cNvCxnSpPr>
          <p:nvPr/>
        </p:nvCxnSpPr>
        <p:spPr>
          <a:xfrm flipH="1" flipV="1">
            <a:off x="4914265" y="911225"/>
            <a:ext cx="5873115" cy="2202815"/>
          </a:xfrm>
          <a:prstGeom prst="straightConnector1">
            <a:avLst/>
          </a:prstGeom>
          <a:ln w="25400">
            <a:solidFill>
              <a:srgbClr val="20202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5"/>
          <p:cNvSpPr txBox="1"/>
          <p:nvPr/>
        </p:nvSpPr>
        <p:spPr>
          <a:xfrm rot="1200000">
            <a:off x="7164070" y="1630680"/>
            <a:ext cx="1109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Compete</a:t>
            </a:r>
            <a:endParaRPr lang="en-US"/>
          </a:p>
        </p:txBody>
      </p:sp>
      <p:cxnSp>
        <p:nvCxnSpPr>
          <p:cNvPr id="22" name="Straight Arrow Connector 21"/>
          <p:cNvCxnSpPr>
            <a:stCxn id="3" idx="0"/>
            <a:endCxn id="10" idx="3"/>
          </p:cNvCxnSpPr>
          <p:nvPr/>
        </p:nvCxnSpPr>
        <p:spPr>
          <a:xfrm flipH="1" flipV="1">
            <a:off x="9088755" y="911225"/>
            <a:ext cx="1698625" cy="2202815"/>
          </a:xfrm>
          <a:prstGeom prst="straightConnector1">
            <a:avLst/>
          </a:prstGeom>
          <a:ln w="25400">
            <a:solidFill>
              <a:srgbClr val="20202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22"/>
          <p:cNvSpPr txBox="1"/>
          <p:nvPr/>
        </p:nvSpPr>
        <p:spPr>
          <a:xfrm rot="3180000">
            <a:off x="8968105" y="1665605"/>
            <a:ext cx="2087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Should be the next</a:t>
            </a:r>
            <a:endParaRPr lang="en-US"/>
          </a:p>
        </p:txBody>
      </p:sp>
      <p:sp>
        <p:nvSpPr>
          <p:cNvPr id="24" name="Rectangles 23"/>
          <p:cNvSpPr/>
          <p:nvPr/>
        </p:nvSpPr>
        <p:spPr>
          <a:xfrm>
            <a:off x="9563100" y="5612765"/>
            <a:ext cx="1789430" cy="659765"/>
          </a:xfrm>
          <a:prstGeom prst="rect">
            <a:avLst/>
          </a:prstGeom>
          <a:noFill/>
          <a:ln w="28575" cmpd="sng">
            <a:solidFill>
              <a:srgbClr val="20202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800">
                <a:solidFill>
                  <a:schemeClr val="tx1"/>
                </a:solidFill>
              </a:rPr>
              <a:t>Crooked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3637280" y="5283200"/>
            <a:ext cx="1450340" cy="659765"/>
          </a:xfrm>
          <a:prstGeom prst="rect">
            <a:avLst/>
          </a:prstGeom>
          <a:noFill/>
          <a:ln w="28575" cmpd="sng">
            <a:solidFill>
              <a:srgbClr val="20202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800">
                <a:solidFill>
                  <a:schemeClr val="tx1"/>
                </a:solidFill>
              </a:rPr>
              <a:t>Candy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6167755" y="4243705"/>
            <a:ext cx="1544955" cy="659765"/>
          </a:xfrm>
          <a:prstGeom prst="rect">
            <a:avLst/>
          </a:prstGeom>
          <a:noFill/>
          <a:ln w="28575" cmpd="sng">
            <a:solidFill>
              <a:srgbClr val="20202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800">
                <a:solidFill>
                  <a:schemeClr val="tx1"/>
                </a:solidFill>
              </a:rPr>
              <a:t>Workers</a:t>
            </a:r>
            <a:endParaRPr lang="en-US" sz="2800">
              <a:solidFill>
                <a:schemeClr val="tx1"/>
              </a:solidFill>
            </a:endParaRPr>
          </a:p>
        </p:txBody>
      </p:sp>
      <p:cxnSp>
        <p:nvCxnSpPr>
          <p:cNvPr id="30" name="Straight Arrow Connector 29"/>
          <p:cNvCxnSpPr>
            <a:stCxn id="28" idx="3"/>
            <a:endCxn id="29" idx="1"/>
          </p:cNvCxnSpPr>
          <p:nvPr/>
        </p:nvCxnSpPr>
        <p:spPr>
          <a:xfrm flipV="1">
            <a:off x="5087620" y="4573905"/>
            <a:ext cx="1080135" cy="1039495"/>
          </a:xfrm>
          <a:prstGeom prst="straightConnector1">
            <a:avLst/>
          </a:prstGeom>
          <a:ln w="25400">
            <a:solidFill>
              <a:srgbClr val="202020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4" idx="2"/>
            <a:endCxn id="29" idx="1"/>
          </p:cNvCxnSpPr>
          <p:nvPr/>
        </p:nvCxnSpPr>
        <p:spPr>
          <a:xfrm>
            <a:off x="4276090" y="3759200"/>
            <a:ext cx="1891665" cy="814705"/>
          </a:xfrm>
          <a:prstGeom prst="straightConnector1">
            <a:avLst/>
          </a:prstGeom>
          <a:ln w="25400">
            <a:solidFill>
              <a:srgbClr val="202020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9" idx="0"/>
          </p:cNvCxnSpPr>
          <p:nvPr/>
        </p:nvCxnSpPr>
        <p:spPr>
          <a:xfrm flipV="1">
            <a:off x="6940550" y="3794125"/>
            <a:ext cx="1282700" cy="449580"/>
          </a:xfrm>
          <a:prstGeom prst="straightConnector1">
            <a:avLst/>
          </a:prstGeom>
          <a:ln w="25400">
            <a:solidFill>
              <a:srgbClr val="202020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9" idx="3"/>
            <a:endCxn id="3" idx="2"/>
          </p:cNvCxnSpPr>
          <p:nvPr/>
        </p:nvCxnSpPr>
        <p:spPr>
          <a:xfrm flipV="1">
            <a:off x="7712710" y="3773805"/>
            <a:ext cx="3074670" cy="800100"/>
          </a:xfrm>
          <a:prstGeom prst="straightConnector1">
            <a:avLst/>
          </a:prstGeom>
          <a:ln w="25400">
            <a:solidFill>
              <a:srgbClr val="202020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9" idx="3"/>
            <a:endCxn id="24" idx="1"/>
          </p:cNvCxnSpPr>
          <p:nvPr/>
        </p:nvCxnSpPr>
        <p:spPr>
          <a:xfrm>
            <a:off x="7712710" y="4573905"/>
            <a:ext cx="1850390" cy="1369060"/>
          </a:xfrm>
          <a:prstGeom prst="straightConnector1">
            <a:avLst/>
          </a:prstGeom>
          <a:ln w="25400">
            <a:solidFill>
              <a:srgbClr val="202020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35"/>
          <p:cNvSpPr txBox="1"/>
          <p:nvPr/>
        </p:nvSpPr>
        <p:spPr>
          <a:xfrm rot="2160000">
            <a:off x="7854315" y="4836160"/>
            <a:ext cx="1567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Dsicriminated</a:t>
            </a:r>
            <a:endParaRPr lang="en-US"/>
          </a:p>
        </p:txBody>
      </p:sp>
      <p:sp>
        <p:nvSpPr>
          <p:cNvPr id="37" name="Rectangles 36"/>
          <p:cNvSpPr/>
          <p:nvPr/>
        </p:nvSpPr>
        <p:spPr>
          <a:xfrm>
            <a:off x="6061710" y="5909945"/>
            <a:ext cx="1450340" cy="659765"/>
          </a:xfrm>
          <a:prstGeom prst="rect">
            <a:avLst/>
          </a:prstGeom>
          <a:noFill/>
          <a:ln w="28575" cmpd="sng">
            <a:solidFill>
              <a:srgbClr val="20202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800">
                <a:solidFill>
                  <a:schemeClr val="tx1"/>
                </a:solidFill>
              </a:rPr>
              <a:t>Whit</a:t>
            </a:r>
            <a:endParaRPr lang="en-US" sz="2800">
              <a:solidFill>
                <a:schemeClr val="tx1"/>
              </a:solidFill>
            </a:endParaRPr>
          </a:p>
        </p:txBody>
      </p:sp>
      <p:cxnSp>
        <p:nvCxnSpPr>
          <p:cNvPr id="39" name="Straight Arrow Connector 38"/>
          <p:cNvCxnSpPr>
            <a:stCxn id="37" idx="0"/>
            <a:endCxn id="29" idx="2"/>
          </p:cNvCxnSpPr>
          <p:nvPr/>
        </p:nvCxnSpPr>
        <p:spPr>
          <a:xfrm flipV="1">
            <a:off x="6786880" y="4903470"/>
            <a:ext cx="153670" cy="1006475"/>
          </a:xfrm>
          <a:prstGeom prst="straightConnector1">
            <a:avLst/>
          </a:prstGeom>
          <a:ln w="25400">
            <a:solidFill>
              <a:srgbClr val="202020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WPS Presentation</Application>
  <PresentationFormat>宽屏</PresentationFormat>
  <Paragraphs>39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SimSun</vt:lpstr>
      <vt:lpstr>Wingdings</vt:lpstr>
      <vt:lpstr>Liberation Sans</vt:lpstr>
      <vt:lpstr>Microsoft YaHei</vt:lpstr>
      <vt:lpstr>Droid Sans Fallback</vt:lpstr>
      <vt:lpstr>Arial Unicode MS</vt:lpstr>
      <vt:lpstr>Arial Black</vt:lpstr>
      <vt:lpstr>SimSun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adkoprek</dc:creator>
  <cp:lastModifiedBy>adkoprek</cp:lastModifiedBy>
  <cp:revision>10</cp:revision>
  <dcterms:created xsi:type="dcterms:W3CDTF">2024-09-09T13:02:00Z</dcterms:created>
  <dcterms:modified xsi:type="dcterms:W3CDTF">2024-09-09T13:02:00Z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