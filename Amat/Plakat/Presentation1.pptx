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3"/>
    <p:sldId id="257" r:id="rId4"/>
    <p:sldId id="258" r:id="rId5"/>
    <p:sldId id="290" r:id="rId6"/>
    <p:sldId id="259" r:id="rId7"/>
    <p:sldId id="277" r:id="rId8"/>
    <p:sldId id="278" r:id="rId9"/>
    <p:sldId id="260" r:id="rId10"/>
    <p:sldId id="274" r:id="rId11"/>
    <p:sldId id="279" r:id="rId12"/>
    <p:sldId id="272" r:id="rId13"/>
    <p:sldId id="275" r:id="rId14"/>
    <p:sldId id="281" r:id="rId15"/>
    <p:sldId id="287" r:id="rId16"/>
    <p:sldId id="280" r:id="rId17"/>
    <p:sldId id="282" r:id="rId18"/>
    <p:sldId id="283" r:id="rId19"/>
    <p:sldId id="284" r:id="rId20"/>
    <p:sldId id="285" r:id="rId21"/>
    <p:sldId id="286" r:id="rId22"/>
    <p:sldId id="288" r:id="rId23"/>
    <p:sldId id="309" r:id="rId24"/>
    <p:sldId id="310" r:id="rId25"/>
    <p:sldId id="311" r:id="rId26"/>
    <p:sldId id="289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019550" y="3106420"/>
            <a:ext cx="41535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3600" b="1"/>
              <a:t>Wacław Sierpiński</a:t>
            </a:r>
            <a:endParaRPr lang="en-US" sz="3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810895" y="3429000"/>
            <a:ext cx="10570845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93470" y="3302000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748030" y="2870835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1882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52780" y="3618230"/>
            <a:ext cx="881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Geburt</a:t>
            </a:r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729865" y="3302000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2384425" y="2871470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1899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2219325" y="3617595"/>
            <a:ext cx="1021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Studium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687445" y="2872105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1906</a:t>
            </a:r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4032885" y="3302635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3604895" y="3617595"/>
            <a:ext cx="855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Doktor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635500" y="3617595"/>
            <a:ext cx="1313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Habilitation</a:t>
            </a:r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5292090" y="3302000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18"/>
          <p:cNvSpPr txBox="1"/>
          <p:nvPr/>
        </p:nvSpPr>
        <p:spPr>
          <a:xfrm>
            <a:off x="4946650" y="2872105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1908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783070" y="2809240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1918</a:t>
            </a:r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7128510" y="3302635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6275070" y="3555365"/>
            <a:ext cx="1706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/>
              <a:t>Rückkehr nach</a:t>
            </a:r>
            <a:endParaRPr lang="en-US"/>
          </a:p>
          <a:p>
            <a:pPr algn="ctr"/>
            <a:r>
              <a:rPr lang="en-US"/>
              <a:t>Polen</a:t>
            </a:r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10203815" y="2814955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1969</a:t>
            </a:r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549255" y="3302635"/>
            <a:ext cx="0" cy="253365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5"/>
          <p:cNvSpPr txBox="1"/>
          <p:nvPr/>
        </p:nvSpPr>
        <p:spPr>
          <a:xfrm>
            <a:off x="10273665" y="3617595"/>
            <a:ext cx="551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/>
              <a:t>Tod</a:t>
            </a:r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427085" y="2938780"/>
            <a:ext cx="12496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50000"/>
              </a:lnSpc>
            </a:pPr>
            <a:r>
              <a:rPr lang="en-US"/>
              <a:t>700 Artikel</a:t>
            </a:r>
            <a:endParaRPr lang="en-US"/>
          </a:p>
          <a:p>
            <a:pPr algn="ctr">
              <a:lnSpc>
                <a:spcPct val="150000"/>
              </a:lnSpc>
            </a:pPr>
            <a:r>
              <a:rPr lang="en-US"/>
              <a:t>50 Bücher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1" grpId="1"/>
      <p:bldP spid="12" grpId="1"/>
      <p:bldP spid="13" grpId="0"/>
      <p:bldP spid="16" grpId="0"/>
      <p:bldP spid="13" grpId="1"/>
      <p:bldP spid="16" grpId="1"/>
      <p:bldP spid="19" grpId="0"/>
      <p:bldP spid="17" grpId="0"/>
      <p:bldP spid="19" grpId="1"/>
      <p:bldP spid="17" grpId="1"/>
      <p:bldP spid="20" grpId="0"/>
      <p:bldP spid="23" grpId="0"/>
      <p:bldP spid="20" grpId="1"/>
      <p:bldP spid="23" grpId="1"/>
      <p:bldP spid="27" grpId="0"/>
      <p:bldP spid="27" grpId="1"/>
      <p:bldP spid="24" grpId="0"/>
      <p:bldP spid="26" grpId="0"/>
      <p:bldP spid="24" grpId="1"/>
      <p:bldP spid="2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4175760" y="483870"/>
            <a:ext cx="3840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3600"/>
              <a:t>Sierpiński Dreieck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/>
        </p:nvSpPr>
        <p:spPr>
          <a:xfrm>
            <a:off x="450850" y="743585"/>
            <a:ext cx="5487035" cy="54864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175760" y="-947420"/>
            <a:ext cx="3840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sz="3600"/>
              <a:t>Sierpiński Dreieck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sosceles Triangle 14"/>
          <p:cNvSpPr/>
          <p:nvPr/>
        </p:nvSpPr>
        <p:spPr>
          <a:xfrm rot="10800000">
            <a:off x="1819275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31940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4508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424045" y="1629410"/>
            <a:ext cx="500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0.5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817870" y="4404360"/>
            <a:ext cx="500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0.5</a:t>
            </a:r>
            <a:endParaRPr lang="en-US"/>
          </a:p>
        </p:txBody>
      </p:sp>
      <p:sp>
        <p:nvSpPr>
          <p:cNvPr id="10" name="Right Brace 9"/>
          <p:cNvSpPr/>
          <p:nvPr/>
        </p:nvSpPr>
        <p:spPr>
          <a:xfrm rot="19980000">
            <a:off x="3945890" y="419735"/>
            <a:ext cx="410210" cy="3075305"/>
          </a:xfrm>
          <a:prstGeom prst="rightBrace">
            <a:avLst>
              <a:gd name="adj1" fmla="val 71847"/>
              <a:gd name="adj2" fmla="val 5032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 rot="19980000">
            <a:off x="5339715" y="3166110"/>
            <a:ext cx="410210" cy="3075305"/>
          </a:xfrm>
          <a:prstGeom prst="rightBrace">
            <a:avLst>
              <a:gd name="adj1" fmla="val 71847"/>
              <a:gd name="adj2" fmla="val 5032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sosceles Triangle 14"/>
          <p:cNvSpPr/>
          <p:nvPr/>
        </p:nvSpPr>
        <p:spPr>
          <a:xfrm rot="10800000">
            <a:off x="1819275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31940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4508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31940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4508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1821815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3194050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2508250" y="7435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5085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82308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113728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19278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456501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87921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2508250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113728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 rot="10800000">
            <a:off x="387921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1821815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3194050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2508250" y="7435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5085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82308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113728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19278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456501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87921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sosceles Triangle 23"/>
          <p:cNvSpPr/>
          <p:nvPr/>
        </p:nvSpPr>
        <p:spPr>
          <a:xfrm>
            <a:off x="2851150" y="743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3194050" y="1429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2508250" y="1429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18224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25082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2165350" y="2115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31940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38798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3536950" y="2115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6" name="Isosceles Triangle 195"/>
          <p:cNvSpPr/>
          <p:nvPr/>
        </p:nvSpPr>
        <p:spPr>
          <a:xfrm>
            <a:off x="1479550" y="34867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7" name="Isosceles Triangle 196"/>
          <p:cNvSpPr/>
          <p:nvPr/>
        </p:nvSpPr>
        <p:spPr>
          <a:xfrm>
            <a:off x="18224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8" name="Isosceles Triangle 197"/>
          <p:cNvSpPr/>
          <p:nvPr/>
        </p:nvSpPr>
        <p:spPr>
          <a:xfrm>
            <a:off x="11366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9" name="Isosceles Triangle 198"/>
          <p:cNvSpPr/>
          <p:nvPr/>
        </p:nvSpPr>
        <p:spPr>
          <a:xfrm>
            <a:off x="4508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0" name="Isosceles Triangle 199"/>
          <p:cNvSpPr/>
          <p:nvPr/>
        </p:nvSpPr>
        <p:spPr>
          <a:xfrm>
            <a:off x="11366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1" name="Isosceles Triangle 200"/>
          <p:cNvSpPr/>
          <p:nvPr/>
        </p:nvSpPr>
        <p:spPr>
          <a:xfrm>
            <a:off x="7937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2" name="Isosceles Triangle 201"/>
          <p:cNvSpPr/>
          <p:nvPr/>
        </p:nvSpPr>
        <p:spPr>
          <a:xfrm>
            <a:off x="18224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3" name="Isosceles Triangle 202"/>
          <p:cNvSpPr/>
          <p:nvPr/>
        </p:nvSpPr>
        <p:spPr>
          <a:xfrm>
            <a:off x="25082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4" name="Isosceles Triangle 203"/>
          <p:cNvSpPr/>
          <p:nvPr/>
        </p:nvSpPr>
        <p:spPr>
          <a:xfrm>
            <a:off x="21653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5" name="Isosceles Triangle 204"/>
          <p:cNvSpPr/>
          <p:nvPr/>
        </p:nvSpPr>
        <p:spPr>
          <a:xfrm>
            <a:off x="4222750" y="34867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6" name="Isosceles Triangle 205"/>
          <p:cNvSpPr/>
          <p:nvPr/>
        </p:nvSpPr>
        <p:spPr>
          <a:xfrm>
            <a:off x="45656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7" name="Isosceles Triangle 206"/>
          <p:cNvSpPr/>
          <p:nvPr/>
        </p:nvSpPr>
        <p:spPr>
          <a:xfrm>
            <a:off x="38798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8" name="Isosceles Triangle 207"/>
          <p:cNvSpPr/>
          <p:nvPr/>
        </p:nvSpPr>
        <p:spPr>
          <a:xfrm>
            <a:off x="31940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9" name="Isosceles Triangle 208"/>
          <p:cNvSpPr/>
          <p:nvPr/>
        </p:nvSpPr>
        <p:spPr>
          <a:xfrm>
            <a:off x="38798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Isosceles Triangle 209"/>
          <p:cNvSpPr/>
          <p:nvPr/>
        </p:nvSpPr>
        <p:spPr>
          <a:xfrm>
            <a:off x="35369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1" name="Isosceles Triangle 210"/>
          <p:cNvSpPr/>
          <p:nvPr/>
        </p:nvSpPr>
        <p:spPr>
          <a:xfrm>
            <a:off x="45656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2" name="Isosceles Triangle 211"/>
          <p:cNvSpPr/>
          <p:nvPr/>
        </p:nvSpPr>
        <p:spPr>
          <a:xfrm>
            <a:off x="52514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3" name="Isosceles Triangle 212"/>
          <p:cNvSpPr/>
          <p:nvPr/>
        </p:nvSpPr>
        <p:spPr>
          <a:xfrm>
            <a:off x="49085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sosceles Triangle 54"/>
          <p:cNvSpPr/>
          <p:nvPr/>
        </p:nvSpPr>
        <p:spPr>
          <a:xfrm>
            <a:off x="1483995" y="3829050"/>
            <a:ext cx="338328" cy="338328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28511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Isosceles Triangle 2"/>
          <p:cNvSpPr/>
          <p:nvPr/>
        </p:nvSpPr>
        <p:spPr>
          <a:xfrm>
            <a:off x="31940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3022600" y="7385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25082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28511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26797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31940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35369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33655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21653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25082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23368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18224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21653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9939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5082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28511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6797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5369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38798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37084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31940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35369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3655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38798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227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0513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14795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18224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16510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1136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1479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>
            <a:off x="1308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>
            <a:off x="18224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>
            <a:off x="21653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19939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>
            <a:off x="7937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>
            <a:off x="11366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Isosceles Triangle 68"/>
          <p:cNvSpPr/>
          <p:nvPr/>
        </p:nvSpPr>
        <p:spPr>
          <a:xfrm>
            <a:off x="9652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Isosceles Triangle 69"/>
          <p:cNvSpPr/>
          <p:nvPr/>
        </p:nvSpPr>
        <p:spPr>
          <a:xfrm>
            <a:off x="450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Isosceles Triangle 70"/>
          <p:cNvSpPr/>
          <p:nvPr/>
        </p:nvSpPr>
        <p:spPr>
          <a:xfrm>
            <a:off x="793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>
            <a:off x="622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>
            <a:off x="1136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Isosceles Triangle 73"/>
          <p:cNvSpPr/>
          <p:nvPr/>
        </p:nvSpPr>
        <p:spPr>
          <a:xfrm>
            <a:off x="1479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Isosceles Triangle 74"/>
          <p:cNvSpPr/>
          <p:nvPr/>
        </p:nvSpPr>
        <p:spPr>
          <a:xfrm>
            <a:off x="1308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6" name="Isosceles Triangle 75"/>
          <p:cNvSpPr/>
          <p:nvPr/>
        </p:nvSpPr>
        <p:spPr>
          <a:xfrm>
            <a:off x="21653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Isosceles Triangle 76"/>
          <p:cNvSpPr/>
          <p:nvPr/>
        </p:nvSpPr>
        <p:spPr>
          <a:xfrm>
            <a:off x="25082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8" name="Isosceles Triangle 77"/>
          <p:cNvSpPr/>
          <p:nvPr/>
        </p:nvSpPr>
        <p:spPr>
          <a:xfrm>
            <a:off x="23368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Isosceles Triangle 78"/>
          <p:cNvSpPr/>
          <p:nvPr/>
        </p:nvSpPr>
        <p:spPr>
          <a:xfrm>
            <a:off x="1822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>
            <a:off x="2165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Isosceles Triangle 80"/>
          <p:cNvSpPr/>
          <p:nvPr/>
        </p:nvSpPr>
        <p:spPr>
          <a:xfrm>
            <a:off x="1993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2" name="Isosceles Triangle 81"/>
          <p:cNvSpPr/>
          <p:nvPr/>
        </p:nvSpPr>
        <p:spPr>
          <a:xfrm>
            <a:off x="25082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Isosceles Triangle 82"/>
          <p:cNvSpPr/>
          <p:nvPr/>
        </p:nvSpPr>
        <p:spPr>
          <a:xfrm>
            <a:off x="28511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4" name="Isosceles Triangle 83"/>
          <p:cNvSpPr/>
          <p:nvPr/>
        </p:nvSpPr>
        <p:spPr>
          <a:xfrm>
            <a:off x="26797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42227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Isosceles Triangle 85"/>
          <p:cNvSpPr/>
          <p:nvPr/>
        </p:nvSpPr>
        <p:spPr>
          <a:xfrm>
            <a:off x="45656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Isosceles Triangle 86"/>
          <p:cNvSpPr/>
          <p:nvPr/>
        </p:nvSpPr>
        <p:spPr>
          <a:xfrm>
            <a:off x="43942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Isosceles Triangle 87"/>
          <p:cNvSpPr/>
          <p:nvPr/>
        </p:nvSpPr>
        <p:spPr>
          <a:xfrm>
            <a:off x="38798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Isosceles Triangle 88"/>
          <p:cNvSpPr/>
          <p:nvPr/>
        </p:nvSpPr>
        <p:spPr>
          <a:xfrm>
            <a:off x="42227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Isosceles Triangle 89"/>
          <p:cNvSpPr/>
          <p:nvPr/>
        </p:nvSpPr>
        <p:spPr>
          <a:xfrm>
            <a:off x="40513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Isosceles Triangle 90"/>
          <p:cNvSpPr/>
          <p:nvPr/>
        </p:nvSpPr>
        <p:spPr>
          <a:xfrm>
            <a:off x="4565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Isosceles Triangle 91"/>
          <p:cNvSpPr/>
          <p:nvPr/>
        </p:nvSpPr>
        <p:spPr>
          <a:xfrm>
            <a:off x="4908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Isosceles Triangle 92"/>
          <p:cNvSpPr/>
          <p:nvPr/>
        </p:nvSpPr>
        <p:spPr>
          <a:xfrm>
            <a:off x="4737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Isosceles Triangle 93"/>
          <p:cNvSpPr/>
          <p:nvPr/>
        </p:nvSpPr>
        <p:spPr>
          <a:xfrm>
            <a:off x="35369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Isosceles Triangle 94"/>
          <p:cNvSpPr/>
          <p:nvPr/>
        </p:nvSpPr>
        <p:spPr>
          <a:xfrm>
            <a:off x="38798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>
            <a:off x="37084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7" name="Isosceles Triangle 96"/>
          <p:cNvSpPr/>
          <p:nvPr/>
        </p:nvSpPr>
        <p:spPr>
          <a:xfrm>
            <a:off x="31940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8" name="Isosceles Triangle 97"/>
          <p:cNvSpPr/>
          <p:nvPr/>
        </p:nvSpPr>
        <p:spPr>
          <a:xfrm>
            <a:off x="35369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9" name="Isosceles Triangle 98"/>
          <p:cNvSpPr/>
          <p:nvPr/>
        </p:nvSpPr>
        <p:spPr>
          <a:xfrm>
            <a:off x="33655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0" name="Isosceles Triangle 99"/>
          <p:cNvSpPr/>
          <p:nvPr/>
        </p:nvSpPr>
        <p:spPr>
          <a:xfrm>
            <a:off x="3879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>
            <a:off x="4222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Isosceles Triangle 101"/>
          <p:cNvSpPr/>
          <p:nvPr/>
        </p:nvSpPr>
        <p:spPr>
          <a:xfrm>
            <a:off x="4051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Isosceles Triangle 102"/>
          <p:cNvSpPr/>
          <p:nvPr/>
        </p:nvSpPr>
        <p:spPr>
          <a:xfrm>
            <a:off x="49085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" name="Isosceles Triangle 103"/>
          <p:cNvSpPr/>
          <p:nvPr/>
        </p:nvSpPr>
        <p:spPr>
          <a:xfrm>
            <a:off x="52514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5" name="Isosceles Triangle 104"/>
          <p:cNvSpPr/>
          <p:nvPr/>
        </p:nvSpPr>
        <p:spPr>
          <a:xfrm>
            <a:off x="50800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Isosceles Triangle 105"/>
          <p:cNvSpPr/>
          <p:nvPr/>
        </p:nvSpPr>
        <p:spPr>
          <a:xfrm>
            <a:off x="4565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7" name="Isosceles Triangle 106"/>
          <p:cNvSpPr/>
          <p:nvPr/>
        </p:nvSpPr>
        <p:spPr>
          <a:xfrm>
            <a:off x="4908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Isosceles Triangle 107"/>
          <p:cNvSpPr/>
          <p:nvPr/>
        </p:nvSpPr>
        <p:spPr>
          <a:xfrm>
            <a:off x="4737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>
            <a:off x="5251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>
            <a:off x="5594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Isosceles Triangle 110"/>
          <p:cNvSpPr/>
          <p:nvPr/>
        </p:nvSpPr>
        <p:spPr>
          <a:xfrm>
            <a:off x="5422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sosceles Triangle 54"/>
          <p:cNvSpPr/>
          <p:nvPr/>
        </p:nvSpPr>
        <p:spPr>
          <a:xfrm>
            <a:off x="1483995" y="3829050"/>
            <a:ext cx="338328" cy="338328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28511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Isosceles Triangle 2"/>
          <p:cNvSpPr/>
          <p:nvPr/>
        </p:nvSpPr>
        <p:spPr>
          <a:xfrm>
            <a:off x="31940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3022600" y="7385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25082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28511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26797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31940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35369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33655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21653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25082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23368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18224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21653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9939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5082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28511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6797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5369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38798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37084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31940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35369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3655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38798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227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0513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14795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18224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16510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1136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1479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>
            <a:off x="1308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>
            <a:off x="18224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>
            <a:off x="21653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19939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>
            <a:off x="7937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>
            <a:off x="11366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Isosceles Triangle 68"/>
          <p:cNvSpPr/>
          <p:nvPr/>
        </p:nvSpPr>
        <p:spPr>
          <a:xfrm>
            <a:off x="9652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Isosceles Triangle 69"/>
          <p:cNvSpPr/>
          <p:nvPr/>
        </p:nvSpPr>
        <p:spPr>
          <a:xfrm>
            <a:off x="450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Isosceles Triangle 70"/>
          <p:cNvSpPr/>
          <p:nvPr/>
        </p:nvSpPr>
        <p:spPr>
          <a:xfrm>
            <a:off x="793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>
            <a:off x="622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>
            <a:off x="1136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Isosceles Triangle 73"/>
          <p:cNvSpPr/>
          <p:nvPr/>
        </p:nvSpPr>
        <p:spPr>
          <a:xfrm>
            <a:off x="1479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Isosceles Triangle 74"/>
          <p:cNvSpPr/>
          <p:nvPr/>
        </p:nvSpPr>
        <p:spPr>
          <a:xfrm>
            <a:off x="1308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6" name="Isosceles Triangle 75"/>
          <p:cNvSpPr/>
          <p:nvPr/>
        </p:nvSpPr>
        <p:spPr>
          <a:xfrm>
            <a:off x="21653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Isosceles Triangle 76"/>
          <p:cNvSpPr/>
          <p:nvPr/>
        </p:nvSpPr>
        <p:spPr>
          <a:xfrm>
            <a:off x="25082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8" name="Isosceles Triangle 77"/>
          <p:cNvSpPr/>
          <p:nvPr/>
        </p:nvSpPr>
        <p:spPr>
          <a:xfrm>
            <a:off x="23368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Isosceles Triangle 78"/>
          <p:cNvSpPr/>
          <p:nvPr/>
        </p:nvSpPr>
        <p:spPr>
          <a:xfrm>
            <a:off x="1822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>
            <a:off x="2165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Isosceles Triangle 80"/>
          <p:cNvSpPr/>
          <p:nvPr/>
        </p:nvSpPr>
        <p:spPr>
          <a:xfrm>
            <a:off x="1993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2" name="Isosceles Triangle 81"/>
          <p:cNvSpPr/>
          <p:nvPr/>
        </p:nvSpPr>
        <p:spPr>
          <a:xfrm>
            <a:off x="25082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Isosceles Triangle 82"/>
          <p:cNvSpPr/>
          <p:nvPr/>
        </p:nvSpPr>
        <p:spPr>
          <a:xfrm>
            <a:off x="28511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4" name="Isosceles Triangle 83"/>
          <p:cNvSpPr/>
          <p:nvPr/>
        </p:nvSpPr>
        <p:spPr>
          <a:xfrm>
            <a:off x="26797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42227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Isosceles Triangle 85"/>
          <p:cNvSpPr/>
          <p:nvPr/>
        </p:nvSpPr>
        <p:spPr>
          <a:xfrm>
            <a:off x="45656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Isosceles Triangle 86"/>
          <p:cNvSpPr/>
          <p:nvPr/>
        </p:nvSpPr>
        <p:spPr>
          <a:xfrm>
            <a:off x="43942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Isosceles Triangle 87"/>
          <p:cNvSpPr/>
          <p:nvPr/>
        </p:nvSpPr>
        <p:spPr>
          <a:xfrm>
            <a:off x="38798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Isosceles Triangle 88"/>
          <p:cNvSpPr/>
          <p:nvPr/>
        </p:nvSpPr>
        <p:spPr>
          <a:xfrm>
            <a:off x="42227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Isosceles Triangle 89"/>
          <p:cNvSpPr/>
          <p:nvPr/>
        </p:nvSpPr>
        <p:spPr>
          <a:xfrm>
            <a:off x="40513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Isosceles Triangle 90"/>
          <p:cNvSpPr/>
          <p:nvPr/>
        </p:nvSpPr>
        <p:spPr>
          <a:xfrm>
            <a:off x="4565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Isosceles Triangle 91"/>
          <p:cNvSpPr/>
          <p:nvPr/>
        </p:nvSpPr>
        <p:spPr>
          <a:xfrm>
            <a:off x="4908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Isosceles Triangle 92"/>
          <p:cNvSpPr/>
          <p:nvPr/>
        </p:nvSpPr>
        <p:spPr>
          <a:xfrm>
            <a:off x="4737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Isosceles Triangle 93"/>
          <p:cNvSpPr/>
          <p:nvPr/>
        </p:nvSpPr>
        <p:spPr>
          <a:xfrm>
            <a:off x="35369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Isosceles Triangle 94"/>
          <p:cNvSpPr/>
          <p:nvPr/>
        </p:nvSpPr>
        <p:spPr>
          <a:xfrm>
            <a:off x="38798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>
            <a:off x="37084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7" name="Isosceles Triangle 96"/>
          <p:cNvSpPr/>
          <p:nvPr/>
        </p:nvSpPr>
        <p:spPr>
          <a:xfrm>
            <a:off x="31940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8" name="Isosceles Triangle 97"/>
          <p:cNvSpPr/>
          <p:nvPr/>
        </p:nvSpPr>
        <p:spPr>
          <a:xfrm>
            <a:off x="35369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9" name="Isosceles Triangle 98"/>
          <p:cNvSpPr/>
          <p:nvPr/>
        </p:nvSpPr>
        <p:spPr>
          <a:xfrm>
            <a:off x="33655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0" name="Isosceles Triangle 99"/>
          <p:cNvSpPr/>
          <p:nvPr/>
        </p:nvSpPr>
        <p:spPr>
          <a:xfrm>
            <a:off x="3879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>
            <a:off x="4222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Isosceles Triangle 101"/>
          <p:cNvSpPr/>
          <p:nvPr/>
        </p:nvSpPr>
        <p:spPr>
          <a:xfrm>
            <a:off x="4051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Isosceles Triangle 102"/>
          <p:cNvSpPr/>
          <p:nvPr/>
        </p:nvSpPr>
        <p:spPr>
          <a:xfrm>
            <a:off x="49085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" name="Isosceles Triangle 103"/>
          <p:cNvSpPr/>
          <p:nvPr/>
        </p:nvSpPr>
        <p:spPr>
          <a:xfrm>
            <a:off x="52514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5" name="Isosceles Triangle 104"/>
          <p:cNvSpPr/>
          <p:nvPr/>
        </p:nvSpPr>
        <p:spPr>
          <a:xfrm>
            <a:off x="50800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Isosceles Triangle 105"/>
          <p:cNvSpPr/>
          <p:nvPr/>
        </p:nvSpPr>
        <p:spPr>
          <a:xfrm>
            <a:off x="4565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7" name="Isosceles Triangle 106"/>
          <p:cNvSpPr/>
          <p:nvPr/>
        </p:nvSpPr>
        <p:spPr>
          <a:xfrm>
            <a:off x="4908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Isosceles Triangle 107"/>
          <p:cNvSpPr/>
          <p:nvPr/>
        </p:nvSpPr>
        <p:spPr>
          <a:xfrm>
            <a:off x="4737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>
            <a:off x="5251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>
            <a:off x="5594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Isosceles Triangle 110"/>
          <p:cNvSpPr/>
          <p:nvPr/>
        </p:nvSpPr>
        <p:spPr>
          <a:xfrm>
            <a:off x="5422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422900" y="726440"/>
            <a:ext cx="64135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 i="1"/>
              <a:t>Ein Körper, der Feinstrukturen auf beliebig kleinen Skalen besitzt - spektrum.de</a:t>
            </a:r>
            <a:endParaRPr lang="en-US" sz="2800" i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sosceles Triangle 54"/>
          <p:cNvSpPr/>
          <p:nvPr/>
        </p:nvSpPr>
        <p:spPr>
          <a:xfrm>
            <a:off x="1483995" y="3829050"/>
            <a:ext cx="338328" cy="338328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28511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Isosceles Triangle 2"/>
          <p:cNvSpPr/>
          <p:nvPr/>
        </p:nvSpPr>
        <p:spPr>
          <a:xfrm>
            <a:off x="31940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3022600" y="7385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25082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28511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26797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31940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35369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33655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21653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25082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23368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18224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21653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9939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5082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28511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6797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5369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38798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37084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31940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35369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3655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38798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227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0513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14795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18224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16510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1136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1479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>
            <a:off x="1308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>
            <a:off x="18224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>
            <a:off x="21653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19939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>
            <a:off x="7937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>
            <a:off x="11366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Isosceles Triangle 68"/>
          <p:cNvSpPr/>
          <p:nvPr/>
        </p:nvSpPr>
        <p:spPr>
          <a:xfrm>
            <a:off x="9652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Isosceles Triangle 69"/>
          <p:cNvSpPr/>
          <p:nvPr/>
        </p:nvSpPr>
        <p:spPr>
          <a:xfrm>
            <a:off x="450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Isosceles Triangle 70"/>
          <p:cNvSpPr/>
          <p:nvPr/>
        </p:nvSpPr>
        <p:spPr>
          <a:xfrm>
            <a:off x="793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>
            <a:off x="622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>
            <a:off x="1136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Isosceles Triangle 73"/>
          <p:cNvSpPr/>
          <p:nvPr/>
        </p:nvSpPr>
        <p:spPr>
          <a:xfrm>
            <a:off x="1479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Isosceles Triangle 74"/>
          <p:cNvSpPr/>
          <p:nvPr/>
        </p:nvSpPr>
        <p:spPr>
          <a:xfrm>
            <a:off x="1308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6" name="Isosceles Triangle 75"/>
          <p:cNvSpPr/>
          <p:nvPr/>
        </p:nvSpPr>
        <p:spPr>
          <a:xfrm>
            <a:off x="21653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Isosceles Triangle 76"/>
          <p:cNvSpPr/>
          <p:nvPr/>
        </p:nvSpPr>
        <p:spPr>
          <a:xfrm>
            <a:off x="25082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8" name="Isosceles Triangle 77"/>
          <p:cNvSpPr/>
          <p:nvPr/>
        </p:nvSpPr>
        <p:spPr>
          <a:xfrm>
            <a:off x="23368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Isosceles Triangle 78"/>
          <p:cNvSpPr/>
          <p:nvPr/>
        </p:nvSpPr>
        <p:spPr>
          <a:xfrm>
            <a:off x="1822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>
            <a:off x="2165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Isosceles Triangle 80"/>
          <p:cNvSpPr/>
          <p:nvPr/>
        </p:nvSpPr>
        <p:spPr>
          <a:xfrm>
            <a:off x="1993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2" name="Isosceles Triangle 81"/>
          <p:cNvSpPr/>
          <p:nvPr/>
        </p:nvSpPr>
        <p:spPr>
          <a:xfrm>
            <a:off x="25082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Isosceles Triangle 82"/>
          <p:cNvSpPr/>
          <p:nvPr/>
        </p:nvSpPr>
        <p:spPr>
          <a:xfrm>
            <a:off x="28511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4" name="Isosceles Triangle 83"/>
          <p:cNvSpPr/>
          <p:nvPr/>
        </p:nvSpPr>
        <p:spPr>
          <a:xfrm>
            <a:off x="26797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42227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Isosceles Triangle 85"/>
          <p:cNvSpPr/>
          <p:nvPr/>
        </p:nvSpPr>
        <p:spPr>
          <a:xfrm>
            <a:off x="45656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Isosceles Triangle 86"/>
          <p:cNvSpPr/>
          <p:nvPr/>
        </p:nvSpPr>
        <p:spPr>
          <a:xfrm>
            <a:off x="43942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Isosceles Triangle 87"/>
          <p:cNvSpPr/>
          <p:nvPr/>
        </p:nvSpPr>
        <p:spPr>
          <a:xfrm>
            <a:off x="38798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Isosceles Triangle 88"/>
          <p:cNvSpPr/>
          <p:nvPr/>
        </p:nvSpPr>
        <p:spPr>
          <a:xfrm>
            <a:off x="42227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Isosceles Triangle 89"/>
          <p:cNvSpPr/>
          <p:nvPr/>
        </p:nvSpPr>
        <p:spPr>
          <a:xfrm>
            <a:off x="40513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Isosceles Triangle 90"/>
          <p:cNvSpPr/>
          <p:nvPr/>
        </p:nvSpPr>
        <p:spPr>
          <a:xfrm>
            <a:off x="4565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Isosceles Triangle 91"/>
          <p:cNvSpPr/>
          <p:nvPr/>
        </p:nvSpPr>
        <p:spPr>
          <a:xfrm>
            <a:off x="4908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Isosceles Triangle 92"/>
          <p:cNvSpPr/>
          <p:nvPr/>
        </p:nvSpPr>
        <p:spPr>
          <a:xfrm>
            <a:off x="4737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Isosceles Triangle 93"/>
          <p:cNvSpPr/>
          <p:nvPr/>
        </p:nvSpPr>
        <p:spPr>
          <a:xfrm>
            <a:off x="35369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Isosceles Triangle 94"/>
          <p:cNvSpPr/>
          <p:nvPr/>
        </p:nvSpPr>
        <p:spPr>
          <a:xfrm>
            <a:off x="38798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>
            <a:off x="37084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7" name="Isosceles Triangle 96"/>
          <p:cNvSpPr/>
          <p:nvPr/>
        </p:nvSpPr>
        <p:spPr>
          <a:xfrm>
            <a:off x="31940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8" name="Isosceles Triangle 97"/>
          <p:cNvSpPr/>
          <p:nvPr/>
        </p:nvSpPr>
        <p:spPr>
          <a:xfrm>
            <a:off x="35369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9" name="Isosceles Triangle 98"/>
          <p:cNvSpPr/>
          <p:nvPr/>
        </p:nvSpPr>
        <p:spPr>
          <a:xfrm>
            <a:off x="33655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0" name="Isosceles Triangle 99"/>
          <p:cNvSpPr/>
          <p:nvPr/>
        </p:nvSpPr>
        <p:spPr>
          <a:xfrm>
            <a:off x="3879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>
            <a:off x="4222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Isosceles Triangle 101"/>
          <p:cNvSpPr/>
          <p:nvPr/>
        </p:nvSpPr>
        <p:spPr>
          <a:xfrm>
            <a:off x="4051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Isosceles Triangle 102"/>
          <p:cNvSpPr/>
          <p:nvPr/>
        </p:nvSpPr>
        <p:spPr>
          <a:xfrm>
            <a:off x="49085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" name="Isosceles Triangle 103"/>
          <p:cNvSpPr/>
          <p:nvPr/>
        </p:nvSpPr>
        <p:spPr>
          <a:xfrm>
            <a:off x="52514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5" name="Isosceles Triangle 104"/>
          <p:cNvSpPr/>
          <p:nvPr/>
        </p:nvSpPr>
        <p:spPr>
          <a:xfrm>
            <a:off x="50800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Isosceles Triangle 105"/>
          <p:cNvSpPr/>
          <p:nvPr/>
        </p:nvSpPr>
        <p:spPr>
          <a:xfrm>
            <a:off x="4565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7" name="Isosceles Triangle 106"/>
          <p:cNvSpPr/>
          <p:nvPr/>
        </p:nvSpPr>
        <p:spPr>
          <a:xfrm>
            <a:off x="4908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Isosceles Triangle 107"/>
          <p:cNvSpPr/>
          <p:nvPr/>
        </p:nvSpPr>
        <p:spPr>
          <a:xfrm>
            <a:off x="4737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>
            <a:off x="5251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>
            <a:off x="5594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Isosceles Triangle 110"/>
          <p:cNvSpPr/>
          <p:nvPr/>
        </p:nvSpPr>
        <p:spPr>
          <a:xfrm>
            <a:off x="5422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64" name="Group 263"/>
          <p:cNvGrpSpPr/>
          <p:nvPr/>
        </p:nvGrpSpPr>
        <p:grpSpPr>
          <a:xfrm>
            <a:off x="6267450" y="738505"/>
            <a:ext cx="5486400" cy="5486400"/>
            <a:chOff x="9870" y="1163"/>
            <a:chExt cx="8640" cy="8640"/>
          </a:xfrm>
        </p:grpSpPr>
        <p:sp>
          <p:nvSpPr>
            <p:cNvPr id="234" name="Isosceles Triangle 233"/>
            <p:cNvSpPr/>
            <p:nvPr/>
          </p:nvSpPr>
          <p:spPr>
            <a:xfrm>
              <a:off x="13650" y="11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5" name="Isosceles Triangle 234"/>
            <p:cNvSpPr/>
            <p:nvPr/>
          </p:nvSpPr>
          <p:spPr>
            <a:xfrm>
              <a:off x="14190" y="22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6" name="Isosceles Triangle 235"/>
            <p:cNvSpPr/>
            <p:nvPr/>
          </p:nvSpPr>
          <p:spPr>
            <a:xfrm>
              <a:off x="13110" y="22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7" name="Isosceles Triangle 236"/>
            <p:cNvSpPr/>
            <p:nvPr/>
          </p:nvSpPr>
          <p:spPr>
            <a:xfrm>
              <a:off x="1203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Isosceles Triangle 237"/>
            <p:cNvSpPr/>
            <p:nvPr/>
          </p:nvSpPr>
          <p:spPr>
            <a:xfrm>
              <a:off x="1311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Isosceles Triangle 238"/>
            <p:cNvSpPr/>
            <p:nvPr/>
          </p:nvSpPr>
          <p:spPr>
            <a:xfrm>
              <a:off x="12570" y="33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1419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1527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14730" y="33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11490" y="548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1203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Isosceles Triangle 244"/>
            <p:cNvSpPr/>
            <p:nvPr/>
          </p:nvSpPr>
          <p:spPr>
            <a:xfrm>
              <a:off x="1095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6" name="Isosceles Triangle 245"/>
            <p:cNvSpPr/>
            <p:nvPr/>
          </p:nvSpPr>
          <p:spPr>
            <a:xfrm>
              <a:off x="987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7" name="Isosceles Triangle 246"/>
            <p:cNvSpPr/>
            <p:nvPr/>
          </p:nvSpPr>
          <p:spPr>
            <a:xfrm>
              <a:off x="1095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8" name="Isosceles Triangle 247"/>
            <p:cNvSpPr/>
            <p:nvPr/>
          </p:nvSpPr>
          <p:spPr>
            <a:xfrm>
              <a:off x="1041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9" name="Isosceles Triangle 248"/>
            <p:cNvSpPr/>
            <p:nvPr/>
          </p:nvSpPr>
          <p:spPr>
            <a:xfrm>
              <a:off x="1203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0" name="Isosceles Triangle 249"/>
            <p:cNvSpPr/>
            <p:nvPr/>
          </p:nvSpPr>
          <p:spPr>
            <a:xfrm>
              <a:off x="1311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1" name="Isosceles Triangle 250"/>
            <p:cNvSpPr/>
            <p:nvPr/>
          </p:nvSpPr>
          <p:spPr>
            <a:xfrm>
              <a:off x="1257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2" name="Isosceles Triangle 251"/>
            <p:cNvSpPr/>
            <p:nvPr/>
          </p:nvSpPr>
          <p:spPr>
            <a:xfrm>
              <a:off x="15810" y="548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3" name="Isosceles Triangle 252"/>
            <p:cNvSpPr/>
            <p:nvPr/>
          </p:nvSpPr>
          <p:spPr>
            <a:xfrm>
              <a:off x="1635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4" name="Isosceles Triangle 253"/>
            <p:cNvSpPr/>
            <p:nvPr/>
          </p:nvSpPr>
          <p:spPr>
            <a:xfrm>
              <a:off x="1527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5" name="Isosceles Triangle 254"/>
            <p:cNvSpPr/>
            <p:nvPr/>
          </p:nvSpPr>
          <p:spPr>
            <a:xfrm>
              <a:off x="1419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6" name="Isosceles Triangle 255"/>
            <p:cNvSpPr/>
            <p:nvPr/>
          </p:nvSpPr>
          <p:spPr>
            <a:xfrm>
              <a:off x="1527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7" name="Isosceles Triangle 256"/>
            <p:cNvSpPr/>
            <p:nvPr/>
          </p:nvSpPr>
          <p:spPr>
            <a:xfrm>
              <a:off x="1473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Isosceles Triangle 257"/>
            <p:cNvSpPr/>
            <p:nvPr/>
          </p:nvSpPr>
          <p:spPr>
            <a:xfrm>
              <a:off x="1635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9" name="Isosceles Triangle 258"/>
            <p:cNvSpPr/>
            <p:nvPr/>
          </p:nvSpPr>
          <p:spPr>
            <a:xfrm>
              <a:off x="1743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0" name="Isosceles Triangle 259"/>
            <p:cNvSpPr/>
            <p:nvPr/>
          </p:nvSpPr>
          <p:spPr>
            <a:xfrm>
              <a:off x="1689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sosceles Triangle 54"/>
          <p:cNvSpPr/>
          <p:nvPr/>
        </p:nvSpPr>
        <p:spPr>
          <a:xfrm>
            <a:off x="1483995" y="3829050"/>
            <a:ext cx="338328" cy="338328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Isosceles Triangle 1"/>
          <p:cNvSpPr/>
          <p:nvPr/>
        </p:nvSpPr>
        <p:spPr>
          <a:xfrm>
            <a:off x="28511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Isosceles Triangle 2"/>
          <p:cNvSpPr/>
          <p:nvPr/>
        </p:nvSpPr>
        <p:spPr>
          <a:xfrm>
            <a:off x="3194050" y="10814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3022600" y="7385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Isosceles Triangle 4"/>
          <p:cNvSpPr/>
          <p:nvPr/>
        </p:nvSpPr>
        <p:spPr>
          <a:xfrm>
            <a:off x="25082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28511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26797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31940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3536950" y="17672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3365500" y="14243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21653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25082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23368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18224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21653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9939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25082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28511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6797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5369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3879850" y="24530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3708400" y="21101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31940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35369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33655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38798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222750" y="31388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051300" y="2795905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14795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18224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0" name="Isosceles Triangle 39"/>
          <p:cNvSpPr/>
          <p:nvPr/>
        </p:nvSpPr>
        <p:spPr>
          <a:xfrm>
            <a:off x="16510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>
            <a:off x="1136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>
            <a:off x="1479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Isosceles Triangle 62"/>
          <p:cNvSpPr/>
          <p:nvPr/>
        </p:nvSpPr>
        <p:spPr>
          <a:xfrm>
            <a:off x="1308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Isosceles Triangle 63"/>
          <p:cNvSpPr/>
          <p:nvPr/>
        </p:nvSpPr>
        <p:spPr>
          <a:xfrm>
            <a:off x="18224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Isosceles Triangle 64"/>
          <p:cNvSpPr/>
          <p:nvPr/>
        </p:nvSpPr>
        <p:spPr>
          <a:xfrm>
            <a:off x="21653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Isosceles Triangle 65"/>
          <p:cNvSpPr/>
          <p:nvPr/>
        </p:nvSpPr>
        <p:spPr>
          <a:xfrm>
            <a:off x="19939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Isosceles Triangle 66"/>
          <p:cNvSpPr/>
          <p:nvPr/>
        </p:nvSpPr>
        <p:spPr>
          <a:xfrm>
            <a:off x="7937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>
            <a:off x="11366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Isosceles Triangle 68"/>
          <p:cNvSpPr/>
          <p:nvPr/>
        </p:nvSpPr>
        <p:spPr>
          <a:xfrm>
            <a:off x="9652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Isosceles Triangle 69"/>
          <p:cNvSpPr/>
          <p:nvPr/>
        </p:nvSpPr>
        <p:spPr>
          <a:xfrm>
            <a:off x="450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Isosceles Triangle 70"/>
          <p:cNvSpPr/>
          <p:nvPr/>
        </p:nvSpPr>
        <p:spPr>
          <a:xfrm>
            <a:off x="793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Isosceles Triangle 71"/>
          <p:cNvSpPr/>
          <p:nvPr/>
        </p:nvSpPr>
        <p:spPr>
          <a:xfrm>
            <a:off x="622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3" name="Isosceles Triangle 72"/>
          <p:cNvSpPr/>
          <p:nvPr/>
        </p:nvSpPr>
        <p:spPr>
          <a:xfrm>
            <a:off x="1136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4" name="Isosceles Triangle 73"/>
          <p:cNvSpPr/>
          <p:nvPr/>
        </p:nvSpPr>
        <p:spPr>
          <a:xfrm>
            <a:off x="1479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5" name="Isosceles Triangle 74"/>
          <p:cNvSpPr/>
          <p:nvPr/>
        </p:nvSpPr>
        <p:spPr>
          <a:xfrm>
            <a:off x="1308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6" name="Isosceles Triangle 75"/>
          <p:cNvSpPr/>
          <p:nvPr/>
        </p:nvSpPr>
        <p:spPr>
          <a:xfrm>
            <a:off x="21653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7" name="Isosceles Triangle 76"/>
          <p:cNvSpPr/>
          <p:nvPr/>
        </p:nvSpPr>
        <p:spPr>
          <a:xfrm>
            <a:off x="25082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8" name="Isosceles Triangle 77"/>
          <p:cNvSpPr/>
          <p:nvPr/>
        </p:nvSpPr>
        <p:spPr>
          <a:xfrm>
            <a:off x="23368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9" name="Isosceles Triangle 78"/>
          <p:cNvSpPr/>
          <p:nvPr/>
        </p:nvSpPr>
        <p:spPr>
          <a:xfrm>
            <a:off x="1822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>
            <a:off x="2165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1" name="Isosceles Triangle 80"/>
          <p:cNvSpPr/>
          <p:nvPr/>
        </p:nvSpPr>
        <p:spPr>
          <a:xfrm>
            <a:off x="1993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2" name="Isosceles Triangle 81"/>
          <p:cNvSpPr/>
          <p:nvPr/>
        </p:nvSpPr>
        <p:spPr>
          <a:xfrm>
            <a:off x="25082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3" name="Isosceles Triangle 82"/>
          <p:cNvSpPr/>
          <p:nvPr/>
        </p:nvSpPr>
        <p:spPr>
          <a:xfrm>
            <a:off x="28511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4" name="Isosceles Triangle 83"/>
          <p:cNvSpPr/>
          <p:nvPr/>
        </p:nvSpPr>
        <p:spPr>
          <a:xfrm>
            <a:off x="26797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5" name="Isosceles Triangle 84"/>
          <p:cNvSpPr/>
          <p:nvPr/>
        </p:nvSpPr>
        <p:spPr>
          <a:xfrm>
            <a:off x="42227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Isosceles Triangle 85"/>
          <p:cNvSpPr/>
          <p:nvPr/>
        </p:nvSpPr>
        <p:spPr>
          <a:xfrm>
            <a:off x="4565650" y="38290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7" name="Isosceles Triangle 86"/>
          <p:cNvSpPr/>
          <p:nvPr/>
        </p:nvSpPr>
        <p:spPr>
          <a:xfrm>
            <a:off x="4394200" y="34861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8" name="Isosceles Triangle 87"/>
          <p:cNvSpPr/>
          <p:nvPr/>
        </p:nvSpPr>
        <p:spPr>
          <a:xfrm>
            <a:off x="38798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9" name="Isosceles Triangle 88"/>
          <p:cNvSpPr/>
          <p:nvPr/>
        </p:nvSpPr>
        <p:spPr>
          <a:xfrm>
            <a:off x="42227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Isosceles Triangle 89"/>
          <p:cNvSpPr/>
          <p:nvPr/>
        </p:nvSpPr>
        <p:spPr>
          <a:xfrm>
            <a:off x="40513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1" name="Isosceles Triangle 90"/>
          <p:cNvSpPr/>
          <p:nvPr/>
        </p:nvSpPr>
        <p:spPr>
          <a:xfrm>
            <a:off x="45656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2" name="Isosceles Triangle 91"/>
          <p:cNvSpPr/>
          <p:nvPr/>
        </p:nvSpPr>
        <p:spPr>
          <a:xfrm>
            <a:off x="4908550" y="45148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3" name="Isosceles Triangle 92"/>
          <p:cNvSpPr/>
          <p:nvPr/>
        </p:nvSpPr>
        <p:spPr>
          <a:xfrm>
            <a:off x="4737100" y="41719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4" name="Isosceles Triangle 93"/>
          <p:cNvSpPr/>
          <p:nvPr/>
        </p:nvSpPr>
        <p:spPr>
          <a:xfrm>
            <a:off x="35369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5" name="Isosceles Triangle 94"/>
          <p:cNvSpPr/>
          <p:nvPr/>
        </p:nvSpPr>
        <p:spPr>
          <a:xfrm>
            <a:off x="38798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6" name="Isosceles Triangle 95"/>
          <p:cNvSpPr/>
          <p:nvPr/>
        </p:nvSpPr>
        <p:spPr>
          <a:xfrm>
            <a:off x="37084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7" name="Isosceles Triangle 96"/>
          <p:cNvSpPr/>
          <p:nvPr/>
        </p:nvSpPr>
        <p:spPr>
          <a:xfrm>
            <a:off x="31940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8" name="Isosceles Triangle 97"/>
          <p:cNvSpPr/>
          <p:nvPr/>
        </p:nvSpPr>
        <p:spPr>
          <a:xfrm>
            <a:off x="35369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9" name="Isosceles Triangle 98"/>
          <p:cNvSpPr/>
          <p:nvPr/>
        </p:nvSpPr>
        <p:spPr>
          <a:xfrm>
            <a:off x="33655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0" name="Isosceles Triangle 99"/>
          <p:cNvSpPr/>
          <p:nvPr/>
        </p:nvSpPr>
        <p:spPr>
          <a:xfrm>
            <a:off x="38798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>
            <a:off x="42227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2" name="Isosceles Triangle 101"/>
          <p:cNvSpPr/>
          <p:nvPr/>
        </p:nvSpPr>
        <p:spPr>
          <a:xfrm>
            <a:off x="40513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3" name="Isosceles Triangle 102"/>
          <p:cNvSpPr/>
          <p:nvPr/>
        </p:nvSpPr>
        <p:spPr>
          <a:xfrm>
            <a:off x="49085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4" name="Isosceles Triangle 103"/>
          <p:cNvSpPr/>
          <p:nvPr/>
        </p:nvSpPr>
        <p:spPr>
          <a:xfrm>
            <a:off x="5251450" y="52006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5" name="Isosceles Triangle 104"/>
          <p:cNvSpPr/>
          <p:nvPr/>
        </p:nvSpPr>
        <p:spPr>
          <a:xfrm>
            <a:off x="5080000" y="48577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6" name="Isosceles Triangle 105"/>
          <p:cNvSpPr/>
          <p:nvPr/>
        </p:nvSpPr>
        <p:spPr>
          <a:xfrm>
            <a:off x="45656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7" name="Isosceles Triangle 106"/>
          <p:cNvSpPr/>
          <p:nvPr/>
        </p:nvSpPr>
        <p:spPr>
          <a:xfrm>
            <a:off x="49085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8" name="Isosceles Triangle 107"/>
          <p:cNvSpPr/>
          <p:nvPr/>
        </p:nvSpPr>
        <p:spPr>
          <a:xfrm>
            <a:off x="47371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>
            <a:off x="52514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>
            <a:off x="5594350" y="58864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Isosceles Triangle 110"/>
          <p:cNvSpPr/>
          <p:nvPr/>
        </p:nvSpPr>
        <p:spPr>
          <a:xfrm>
            <a:off x="5422900" y="5543550"/>
            <a:ext cx="342900" cy="3429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64" name="Group 263"/>
          <p:cNvGrpSpPr/>
          <p:nvPr/>
        </p:nvGrpSpPr>
        <p:grpSpPr>
          <a:xfrm>
            <a:off x="6267450" y="738505"/>
            <a:ext cx="2743200" cy="2743200"/>
            <a:chOff x="9870" y="1163"/>
            <a:chExt cx="8640" cy="8640"/>
          </a:xfrm>
        </p:grpSpPr>
        <p:sp>
          <p:nvSpPr>
            <p:cNvPr id="234" name="Isosceles Triangle 233"/>
            <p:cNvSpPr/>
            <p:nvPr/>
          </p:nvSpPr>
          <p:spPr>
            <a:xfrm>
              <a:off x="13650" y="11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5" name="Isosceles Triangle 234"/>
            <p:cNvSpPr/>
            <p:nvPr/>
          </p:nvSpPr>
          <p:spPr>
            <a:xfrm>
              <a:off x="14190" y="22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6" name="Isosceles Triangle 235"/>
            <p:cNvSpPr/>
            <p:nvPr/>
          </p:nvSpPr>
          <p:spPr>
            <a:xfrm>
              <a:off x="13110" y="22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7" name="Isosceles Triangle 236"/>
            <p:cNvSpPr/>
            <p:nvPr/>
          </p:nvSpPr>
          <p:spPr>
            <a:xfrm>
              <a:off x="1203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Isosceles Triangle 237"/>
            <p:cNvSpPr/>
            <p:nvPr/>
          </p:nvSpPr>
          <p:spPr>
            <a:xfrm>
              <a:off x="1311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Isosceles Triangle 238"/>
            <p:cNvSpPr/>
            <p:nvPr/>
          </p:nvSpPr>
          <p:spPr>
            <a:xfrm>
              <a:off x="12570" y="33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1419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15270" y="440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14730" y="33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11490" y="548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1203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Isosceles Triangle 244"/>
            <p:cNvSpPr/>
            <p:nvPr/>
          </p:nvSpPr>
          <p:spPr>
            <a:xfrm>
              <a:off x="1095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6" name="Isosceles Triangle 245"/>
            <p:cNvSpPr/>
            <p:nvPr/>
          </p:nvSpPr>
          <p:spPr>
            <a:xfrm>
              <a:off x="987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7" name="Isosceles Triangle 246"/>
            <p:cNvSpPr/>
            <p:nvPr/>
          </p:nvSpPr>
          <p:spPr>
            <a:xfrm>
              <a:off x="1095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8" name="Isosceles Triangle 247"/>
            <p:cNvSpPr/>
            <p:nvPr/>
          </p:nvSpPr>
          <p:spPr>
            <a:xfrm>
              <a:off x="1041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9" name="Isosceles Triangle 248"/>
            <p:cNvSpPr/>
            <p:nvPr/>
          </p:nvSpPr>
          <p:spPr>
            <a:xfrm>
              <a:off x="1203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0" name="Isosceles Triangle 249"/>
            <p:cNvSpPr/>
            <p:nvPr/>
          </p:nvSpPr>
          <p:spPr>
            <a:xfrm>
              <a:off x="1311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1" name="Isosceles Triangle 250"/>
            <p:cNvSpPr/>
            <p:nvPr/>
          </p:nvSpPr>
          <p:spPr>
            <a:xfrm>
              <a:off x="1257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2" name="Isosceles Triangle 251"/>
            <p:cNvSpPr/>
            <p:nvPr/>
          </p:nvSpPr>
          <p:spPr>
            <a:xfrm>
              <a:off x="15810" y="548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3" name="Isosceles Triangle 252"/>
            <p:cNvSpPr/>
            <p:nvPr/>
          </p:nvSpPr>
          <p:spPr>
            <a:xfrm>
              <a:off x="1635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4" name="Isosceles Triangle 253"/>
            <p:cNvSpPr/>
            <p:nvPr/>
          </p:nvSpPr>
          <p:spPr>
            <a:xfrm>
              <a:off x="15270" y="656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5" name="Isosceles Triangle 254"/>
            <p:cNvSpPr/>
            <p:nvPr/>
          </p:nvSpPr>
          <p:spPr>
            <a:xfrm>
              <a:off x="1419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6" name="Isosceles Triangle 255"/>
            <p:cNvSpPr/>
            <p:nvPr/>
          </p:nvSpPr>
          <p:spPr>
            <a:xfrm>
              <a:off x="1527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7" name="Isosceles Triangle 256"/>
            <p:cNvSpPr/>
            <p:nvPr/>
          </p:nvSpPr>
          <p:spPr>
            <a:xfrm>
              <a:off x="1473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8" name="Isosceles Triangle 257"/>
            <p:cNvSpPr/>
            <p:nvPr/>
          </p:nvSpPr>
          <p:spPr>
            <a:xfrm>
              <a:off x="1635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9" name="Isosceles Triangle 258"/>
            <p:cNvSpPr/>
            <p:nvPr/>
          </p:nvSpPr>
          <p:spPr>
            <a:xfrm>
              <a:off x="17430" y="872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0" name="Isosceles Triangle 259"/>
            <p:cNvSpPr/>
            <p:nvPr/>
          </p:nvSpPr>
          <p:spPr>
            <a:xfrm>
              <a:off x="16890" y="7643"/>
              <a:ext cx="1080" cy="108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61" name="Right Brace 260"/>
          <p:cNvSpPr/>
          <p:nvPr/>
        </p:nvSpPr>
        <p:spPr>
          <a:xfrm>
            <a:off x="4737100" y="739140"/>
            <a:ext cx="410210" cy="2747010"/>
          </a:xfrm>
          <a:prstGeom prst="rightBrace">
            <a:avLst>
              <a:gd name="adj1" fmla="val 71847"/>
              <a:gd name="adj2" fmla="val 5032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8746744" y="3136836"/>
                <a:ext cx="1357630" cy="58356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744" y="3136836"/>
                <a:ext cx="1357630" cy="583565"/>
              </a:xfrm>
              <a:prstGeom prst="rect">
                <a:avLst/>
              </a:prstGeom>
              <a:blipFill rotWithShape="1">
                <a:blip r:embed="rId1"/>
                <a:stretch>
                  <a:fillRect l="-19" t="-98" r="19" b="9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>
            <a:off x="450850" y="743585"/>
            <a:ext cx="5487035" cy="54864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1819275" y="7435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31940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450850" y="3486785"/>
            <a:ext cx="2743200" cy="27432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7130669" y="2885376"/>
                <a:ext cx="4272915" cy="10864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∗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75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669" y="2885376"/>
                <a:ext cx="4272915" cy="1086485"/>
              </a:xfrm>
              <a:prstGeom prst="rect">
                <a:avLst/>
              </a:prstGeom>
              <a:blipFill rotWithShape="1">
                <a:blip r:embed="rId1"/>
                <a:stretch>
                  <a:fillRect l="-6" t="-53" r="6" b="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>
            <a:off x="1821815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Isosceles Triangle 6"/>
          <p:cNvSpPr/>
          <p:nvPr/>
        </p:nvSpPr>
        <p:spPr>
          <a:xfrm>
            <a:off x="3194050" y="21151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2508250" y="7435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5085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182308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113728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192780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4565015" y="48583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879215" y="3486785"/>
            <a:ext cx="1370965" cy="13716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6112764" y="2631376"/>
                <a:ext cx="5441315" cy="8096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𝐴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d>
                      <m:dPr>
                        <m:ctrlPr>
                          <a:rPr lang="en-US" sz="32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32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32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∗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1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 = 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0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.</m:t>
                    </m:r>
                    <m:r>
                      <a:rPr lang="en-US" sz="32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5625</m:t>
                    </m:r>
                  </m:oMath>
                </a14:m>
                <a:r>
                  <a:rPr lang="en-US" sz="3200"/>
                  <a:t> </a:t>
                </a:r>
                <a:endParaRPr lang="en-US" sz="3200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764" y="2631376"/>
                <a:ext cx="5441315" cy="809625"/>
              </a:xfrm>
              <a:prstGeom prst="rect">
                <a:avLst/>
              </a:prstGeom>
              <a:blipFill rotWithShape="1">
                <a:blip r:embed="rId1"/>
                <a:stretch>
                  <a:fillRect l="-5" t="-71" r="-2049" b="7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7726617" y="3441001"/>
                <a:ext cx="221361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617" y="3441001"/>
                <a:ext cx="2213610" cy="1212850"/>
              </a:xfrm>
              <a:prstGeom prst="rect">
                <a:avLst/>
              </a:prstGeom>
              <a:blipFill rotWithShape="1">
                <a:blip r:embed="rId2"/>
                <a:stretch>
                  <a:fillRect l="-26" t="-47" r="26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sosceles Triangle 23"/>
          <p:cNvSpPr/>
          <p:nvPr/>
        </p:nvSpPr>
        <p:spPr>
          <a:xfrm>
            <a:off x="2851150" y="743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3194050" y="1429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2508250" y="1429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18224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25082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2165350" y="2115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31940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3879850" y="28009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3536950" y="2115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6" name="Isosceles Triangle 195"/>
          <p:cNvSpPr/>
          <p:nvPr/>
        </p:nvSpPr>
        <p:spPr>
          <a:xfrm>
            <a:off x="1479550" y="34867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7" name="Isosceles Triangle 196"/>
          <p:cNvSpPr/>
          <p:nvPr/>
        </p:nvSpPr>
        <p:spPr>
          <a:xfrm>
            <a:off x="18224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8" name="Isosceles Triangle 197"/>
          <p:cNvSpPr/>
          <p:nvPr/>
        </p:nvSpPr>
        <p:spPr>
          <a:xfrm>
            <a:off x="11366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9" name="Isosceles Triangle 198"/>
          <p:cNvSpPr/>
          <p:nvPr/>
        </p:nvSpPr>
        <p:spPr>
          <a:xfrm>
            <a:off x="4508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0" name="Isosceles Triangle 199"/>
          <p:cNvSpPr/>
          <p:nvPr/>
        </p:nvSpPr>
        <p:spPr>
          <a:xfrm>
            <a:off x="11366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1" name="Isosceles Triangle 200"/>
          <p:cNvSpPr/>
          <p:nvPr/>
        </p:nvSpPr>
        <p:spPr>
          <a:xfrm>
            <a:off x="7937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2" name="Isosceles Triangle 201"/>
          <p:cNvSpPr/>
          <p:nvPr/>
        </p:nvSpPr>
        <p:spPr>
          <a:xfrm>
            <a:off x="18224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3" name="Isosceles Triangle 202"/>
          <p:cNvSpPr/>
          <p:nvPr/>
        </p:nvSpPr>
        <p:spPr>
          <a:xfrm>
            <a:off x="25082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4" name="Isosceles Triangle 203"/>
          <p:cNvSpPr/>
          <p:nvPr/>
        </p:nvSpPr>
        <p:spPr>
          <a:xfrm>
            <a:off x="21653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5" name="Isosceles Triangle 204"/>
          <p:cNvSpPr/>
          <p:nvPr/>
        </p:nvSpPr>
        <p:spPr>
          <a:xfrm>
            <a:off x="4222750" y="34867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6" name="Isosceles Triangle 205"/>
          <p:cNvSpPr/>
          <p:nvPr/>
        </p:nvSpPr>
        <p:spPr>
          <a:xfrm>
            <a:off x="45656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7" name="Isosceles Triangle 206"/>
          <p:cNvSpPr/>
          <p:nvPr/>
        </p:nvSpPr>
        <p:spPr>
          <a:xfrm>
            <a:off x="3879850" y="41725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8" name="Isosceles Triangle 207"/>
          <p:cNvSpPr/>
          <p:nvPr/>
        </p:nvSpPr>
        <p:spPr>
          <a:xfrm>
            <a:off x="31940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9" name="Isosceles Triangle 208"/>
          <p:cNvSpPr/>
          <p:nvPr/>
        </p:nvSpPr>
        <p:spPr>
          <a:xfrm>
            <a:off x="38798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Isosceles Triangle 209"/>
          <p:cNvSpPr/>
          <p:nvPr/>
        </p:nvSpPr>
        <p:spPr>
          <a:xfrm>
            <a:off x="35369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1" name="Isosceles Triangle 210"/>
          <p:cNvSpPr/>
          <p:nvPr/>
        </p:nvSpPr>
        <p:spPr>
          <a:xfrm>
            <a:off x="45656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2" name="Isosceles Triangle 211"/>
          <p:cNvSpPr/>
          <p:nvPr/>
        </p:nvSpPr>
        <p:spPr>
          <a:xfrm>
            <a:off x="5251450" y="55441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3" name="Isosceles Triangle 212"/>
          <p:cNvSpPr/>
          <p:nvPr/>
        </p:nvSpPr>
        <p:spPr>
          <a:xfrm>
            <a:off x="4908550" y="4858385"/>
            <a:ext cx="685800" cy="685800"/>
          </a:xfrm>
          <a:prstGeom prst="triangl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"/>
              <p:cNvSpPr txBox="1"/>
              <p:nvPr/>
            </p:nvSpPr>
            <p:spPr>
              <a:xfrm>
                <a:off x="6965887" y="2823146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3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4219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10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887" y="2823146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18"/>
              <p:cNvSpPr txBox="1"/>
              <p:nvPr/>
            </p:nvSpPr>
            <p:spPr>
              <a:xfrm>
                <a:off x="6955092" y="2823146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3164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1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092" y="2823146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450850" y="738505"/>
            <a:ext cx="5486400" cy="5490845"/>
            <a:chOff x="710" y="1163"/>
            <a:chExt cx="8640" cy="8647"/>
          </a:xfrm>
        </p:grpSpPr>
        <p:sp>
          <p:nvSpPr>
            <p:cNvPr id="55" name="Isosceles Triangle 54"/>
            <p:cNvSpPr/>
            <p:nvPr/>
          </p:nvSpPr>
          <p:spPr>
            <a:xfrm>
              <a:off x="2337" y="6030"/>
              <a:ext cx="533" cy="533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" name="Isosceles Triangle 1"/>
            <p:cNvSpPr/>
            <p:nvPr/>
          </p:nvSpPr>
          <p:spPr>
            <a:xfrm>
              <a:off x="449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" name="Isosceles Triangle 2"/>
            <p:cNvSpPr/>
            <p:nvPr/>
          </p:nvSpPr>
          <p:spPr>
            <a:xfrm>
              <a:off x="503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" name="Isosceles Triangle 3"/>
            <p:cNvSpPr/>
            <p:nvPr/>
          </p:nvSpPr>
          <p:spPr>
            <a:xfrm>
              <a:off x="4760" y="11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" name="Isosceles Triangle 4"/>
            <p:cNvSpPr/>
            <p:nvPr/>
          </p:nvSpPr>
          <p:spPr>
            <a:xfrm>
              <a:off x="395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449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422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503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557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530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34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395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368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28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34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" name="Isosceles Triangle 24"/>
            <p:cNvSpPr/>
            <p:nvPr/>
          </p:nvSpPr>
          <p:spPr>
            <a:xfrm>
              <a:off x="314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6" name="Isosceles Triangle 25"/>
            <p:cNvSpPr/>
            <p:nvPr/>
          </p:nvSpPr>
          <p:spPr>
            <a:xfrm>
              <a:off x="39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449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422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557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Isosceles Triangle 29"/>
            <p:cNvSpPr/>
            <p:nvPr/>
          </p:nvSpPr>
          <p:spPr>
            <a:xfrm>
              <a:off x="61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584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2" name="Isosceles Triangle 31"/>
            <p:cNvSpPr/>
            <p:nvPr/>
          </p:nvSpPr>
          <p:spPr>
            <a:xfrm>
              <a:off x="503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3" name="Isosceles Triangle 32"/>
            <p:cNvSpPr/>
            <p:nvPr/>
          </p:nvSpPr>
          <p:spPr>
            <a:xfrm>
              <a:off x="55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530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5" name="Isosceles Triangle 34"/>
            <p:cNvSpPr/>
            <p:nvPr/>
          </p:nvSpPr>
          <p:spPr>
            <a:xfrm>
              <a:off x="61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66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7" name="Isosceles Triangle 36"/>
            <p:cNvSpPr/>
            <p:nvPr/>
          </p:nvSpPr>
          <p:spPr>
            <a:xfrm>
              <a:off x="638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8" name="Isosceles Triangle 37"/>
            <p:cNvSpPr/>
            <p:nvPr/>
          </p:nvSpPr>
          <p:spPr>
            <a:xfrm>
              <a:off x="233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287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>
              <a:off x="260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1" name="Isosceles Triangle 40"/>
            <p:cNvSpPr/>
            <p:nvPr/>
          </p:nvSpPr>
          <p:spPr>
            <a:xfrm>
              <a:off x="17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2" name="Isosceles Triangle 41"/>
            <p:cNvSpPr/>
            <p:nvPr/>
          </p:nvSpPr>
          <p:spPr>
            <a:xfrm>
              <a:off x="23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3" name="Isosceles Triangle 62"/>
            <p:cNvSpPr/>
            <p:nvPr/>
          </p:nvSpPr>
          <p:spPr>
            <a:xfrm>
              <a:off x="20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4" name="Isosceles Triangle 63"/>
            <p:cNvSpPr/>
            <p:nvPr/>
          </p:nvSpPr>
          <p:spPr>
            <a:xfrm>
              <a:off x="287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5" name="Isosceles Triangle 64"/>
            <p:cNvSpPr/>
            <p:nvPr/>
          </p:nvSpPr>
          <p:spPr>
            <a:xfrm>
              <a:off x="34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6" name="Isosceles Triangle 65"/>
            <p:cNvSpPr/>
            <p:nvPr/>
          </p:nvSpPr>
          <p:spPr>
            <a:xfrm>
              <a:off x="314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7" name="Isosceles Triangle 66"/>
            <p:cNvSpPr/>
            <p:nvPr/>
          </p:nvSpPr>
          <p:spPr>
            <a:xfrm>
              <a:off x="12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8" name="Isosceles Triangle 67"/>
            <p:cNvSpPr/>
            <p:nvPr/>
          </p:nvSpPr>
          <p:spPr>
            <a:xfrm>
              <a:off x="179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9" name="Isosceles Triangle 68"/>
            <p:cNvSpPr/>
            <p:nvPr/>
          </p:nvSpPr>
          <p:spPr>
            <a:xfrm>
              <a:off x="152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0" name="Isosceles Triangle 69"/>
            <p:cNvSpPr/>
            <p:nvPr/>
          </p:nvSpPr>
          <p:spPr>
            <a:xfrm>
              <a:off x="7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1" name="Isosceles Triangle 70"/>
            <p:cNvSpPr/>
            <p:nvPr/>
          </p:nvSpPr>
          <p:spPr>
            <a:xfrm>
              <a:off x="12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2" name="Isosceles Triangle 71"/>
            <p:cNvSpPr/>
            <p:nvPr/>
          </p:nvSpPr>
          <p:spPr>
            <a:xfrm>
              <a:off x="9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3" name="Isosceles Triangle 72"/>
            <p:cNvSpPr/>
            <p:nvPr/>
          </p:nvSpPr>
          <p:spPr>
            <a:xfrm>
              <a:off x="17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4" name="Isosceles Triangle 73"/>
            <p:cNvSpPr/>
            <p:nvPr/>
          </p:nvSpPr>
          <p:spPr>
            <a:xfrm>
              <a:off x="23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5" name="Isosceles Triangle 74"/>
            <p:cNvSpPr/>
            <p:nvPr/>
          </p:nvSpPr>
          <p:spPr>
            <a:xfrm>
              <a:off x="20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6" name="Isosceles Triangle 75"/>
            <p:cNvSpPr/>
            <p:nvPr/>
          </p:nvSpPr>
          <p:spPr>
            <a:xfrm>
              <a:off x="34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7" name="Isosceles Triangle 76"/>
            <p:cNvSpPr/>
            <p:nvPr/>
          </p:nvSpPr>
          <p:spPr>
            <a:xfrm>
              <a:off x="39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8" name="Isosceles Triangle 77"/>
            <p:cNvSpPr/>
            <p:nvPr/>
          </p:nvSpPr>
          <p:spPr>
            <a:xfrm>
              <a:off x="368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9" name="Isosceles Triangle 78"/>
            <p:cNvSpPr/>
            <p:nvPr/>
          </p:nvSpPr>
          <p:spPr>
            <a:xfrm>
              <a:off x="28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0" name="Isosceles Triangle 79"/>
            <p:cNvSpPr/>
            <p:nvPr/>
          </p:nvSpPr>
          <p:spPr>
            <a:xfrm>
              <a:off x="34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1" name="Isosceles Triangle 80"/>
            <p:cNvSpPr/>
            <p:nvPr/>
          </p:nvSpPr>
          <p:spPr>
            <a:xfrm>
              <a:off x="31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2" name="Isosceles Triangle 81"/>
            <p:cNvSpPr/>
            <p:nvPr/>
          </p:nvSpPr>
          <p:spPr>
            <a:xfrm>
              <a:off x="39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3" name="Isosceles Triangle 82"/>
            <p:cNvSpPr/>
            <p:nvPr/>
          </p:nvSpPr>
          <p:spPr>
            <a:xfrm>
              <a:off x="44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>
              <a:off x="422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5" name="Isosceles Triangle 84"/>
            <p:cNvSpPr/>
            <p:nvPr/>
          </p:nvSpPr>
          <p:spPr>
            <a:xfrm>
              <a:off x="665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6" name="Isosceles Triangle 85"/>
            <p:cNvSpPr/>
            <p:nvPr/>
          </p:nvSpPr>
          <p:spPr>
            <a:xfrm>
              <a:off x="719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7" name="Isosceles Triangle 86"/>
            <p:cNvSpPr/>
            <p:nvPr/>
          </p:nvSpPr>
          <p:spPr>
            <a:xfrm>
              <a:off x="692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61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665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0" name="Isosceles Triangle 89"/>
            <p:cNvSpPr/>
            <p:nvPr/>
          </p:nvSpPr>
          <p:spPr>
            <a:xfrm>
              <a:off x="638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1" name="Isosceles Triangle 90"/>
            <p:cNvSpPr/>
            <p:nvPr/>
          </p:nvSpPr>
          <p:spPr>
            <a:xfrm>
              <a:off x="71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2" name="Isosceles Triangle 91"/>
            <p:cNvSpPr/>
            <p:nvPr/>
          </p:nvSpPr>
          <p:spPr>
            <a:xfrm>
              <a:off x="77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3" name="Isosceles Triangle 92"/>
            <p:cNvSpPr/>
            <p:nvPr/>
          </p:nvSpPr>
          <p:spPr>
            <a:xfrm>
              <a:off x="74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4" name="Isosceles Triangle 93"/>
            <p:cNvSpPr/>
            <p:nvPr/>
          </p:nvSpPr>
          <p:spPr>
            <a:xfrm>
              <a:off x="55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5" name="Isosceles Triangle 94"/>
            <p:cNvSpPr/>
            <p:nvPr/>
          </p:nvSpPr>
          <p:spPr>
            <a:xfrm>
              <a:off x="61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6" name="Isosceles Triangle 95"/>
            <p:cNvSpPr/>
            <p:nvPr/>
          </p:nvSpPr>
          <p:spPr>
            <a:xfrm>
              <a:off x="584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7" name="Isosceles Triangle 96"/>
            <p:cNvSpPr/>
            <p:nvPr/>
          </p:nvSpPr>
          <p:spPr>
            <a:xfrm>
              <a:off x="50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8" name="Isosceles Triangle 97"/>
            <p:cNvSpPr/>
            <p:nvPr/>
          </p:nvSpPr>
          <p:spPr>
            <a:xfrm>
              <a:off x="55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9" name="Isosceles Triangle 98"/>
            <p:cNvSpPr/>
            <p:nvPr/>
          </p:nvSpPr>
          <p:spPr>
            <a:xfrm>
              <a:off x="530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>
              <a:off x="61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1" name="Isosceles Triangle 100"/>
            <p:cNvSpPr/>
            <p:nvPr/>
          </p:nvSpPr>
          <p:spPr>
            <a:xfrm>
              <a:off x="66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2" name="Isosceles Triangle 101"/>
            <p:cNvSpPr/>
            <p:nvPr/>
          </p:nvSpPr>
          <p:spPr>
            <a:xfrm>
              <a:off x="63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3" name="Isosceles Triangle 102"/>
            <p:cNvSpPr/>
            <p:nvPr/>
          </p:nvSpPr>
          <p:spPr>
            <a:xfrm>
              <a:off x="773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4" name="Isosceles Triangle 103"/>
            <p:cNvSpPr/>
            <p:nvPr/>
          </p:nvSpPr>
          <p:spPr>
            <a:xfrm>
              <a:off x="82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5" name="Isosceles Triangle 104"/>
            <p:cNvSpPr/>
            <p:nvPr/>
          </p:nvSpPr>
          <p:spPr>
            <a:xfrm>
              <a:off x="800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6" name="Isosceles Triangle 105"/>
            <p:cNvSpPr/>
            <p:nvPr/>
          </p:nvSpPr>
          <p:spPr>
            <a:xfrm>
              <a:off x="71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7" name="Isosceles Triangle 106"/>
            <p:cNvSpPr/>
            <p:nvPr/>
          </p:nvSpPr>
          <p:spPr>
            <a:xfrm>
              <a:off x="77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8" name="Isosceles Triangle 107"/>
            <p:cNvSpPr/>
            <p:nvPr/>
          </p:nvSpPr>
          <p:spPr>
            <a:xfrm>
              <a:off x="74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9" name="Isosceles Triangle 108"/>
            <p:cNvSpPr/>
            <p:nvPr/>
          </p:nvSpPr>
          <p:spPr>
            <a:xfrm>
              <a:off x="82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0" name="Isosceles Triangle 109"/>
            <p:cNvSpPr/>
            <p:nvPr/>
          </p:nvSpPr>
          <p:spPr>
            <a:xfrm>
              <a:off x="88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11" name="Isosceles Triangle 110"/>
            <p:cNvSpPr/>
            <p:nvPr/>
          </p:nvSpPr>
          <p:spPr>
            <a:xfrm>
              <a:off x="85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 Box 258"/>
              <p:cNvSpPr txBox="1"/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3164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59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/>
          <p:cNvGrpSpPr/>
          <p:nvPr/>
        </p:nvGrpSpPr>
        <p:grpSpPr>
          <a:xfrm>
            <a:off x="-6381115" y="638810"/>
            <a:ext cx="5486400" cy="5490845"/>
            <a:chOff x="710" y="1163"/>
            <a:chExt cx="8640" cy="8647"/>
          </a:xfrm>
        </p:grpSpPr>
        <p:sp>
          <p:nvSpPr>
            <p:cNvPr id="176" name="Isosceles Triangle 175"/>
            <p:cNvSpPr/>
            <p:nvPr/>
          </p:nvSpPr>
          <p:spPr>
            <a:xfrm>
              <a:off x="2337" y="6030"/>
              <a:ext cx="533" cy="533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7" name="Isosceles Triangle 176"/>
            <p:cNvSpPr/>
            <p:nvPr/>
          </p:nvSpPr>
          <p:spPr>
            <a:xfrm>
              <a:off x="449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8" name="Isosceles Triangle 177"/>
            <p:cNvSpPr/>
            <p:nvPr/>
          </p:nvSpPr>
          <p:spPr>
            <a:xfrm>
              <a:off x="503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9" name="Isosceles Triangle 178"/>
            <p:cNvSpPr/>
            <p:nvPr/>
          </p:nvSpPr>
          <p:spPr>
            <a:xfrm>
              <a:off x="4760" y="11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0" name="Isosceles Triangle 179"/>
            <p:cNvSpPr/>
            <p:nvPr/>
          </p:nvSpPr>
          <p:spPr>
            <a:xfrm>
              <a:off x="395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1" name="Isosceles Triangle 180"/>
            <p:cNvSpPr/>
            <p:nvPr/>
          </p:nvSpPr>
          <p:spPr>
            <a:xfrm>
              <a:off x="449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2" name="Isosceles Triangle 181"/>
            <p:cNvSpPr/>
            <p:nvPr/>
          </p:nvSpPr>
          <p:spPr>
            <a:xfrm>
              <a:off x="422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3" name="Isosceles Triangle 182"/>
            <p:cNvSpPr/>
            <p:nvPr/>
          </p:nvSpPr>
          <p:spPr>
            <a:xfrm>
              <a:off x="503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4" name="Isosceles Triangle 183"/>
            <p:cNvSpPr/>
            <p:nvPr/>
          </p:nvSpPr>
          <p:spPr>
            <a:xfrm>
              <a:off x="557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5" name="Isosceles Triangle 184"/>
            <p:cNvSpPr/>
            <p:nvPr/>
          </p:nvSpPr>
          <p:spPr>
            <a:xfrm>
              <a:off x="530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6" name="Isosceles Triangle 185"/>
            <p:cNvSpPr/>
            <p:nvPr/>
          </p:nvSpPr>
          <p:spPr>
            <a:xfrm>
              <a:off x="34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7" name="Isosceles Triangle 186"/>
            <p:cNvSpPr/>
            <p:nvPr/>
          </p:nvSpPr>
          <p:spPr>
            <a:xfrm>
              <a:off x="395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8" name="Isosceles Triangle 187"/>
            <p:cNvSpPr/>
            <p:nvPr/>
          </p:nvSpPr>
          <p:spPr>
            <a:xfrm>
              <a:off x="368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9" name="Isosceles Triangle 188"/>
            <p:cNvSpPr/>
            <p:nvPr/>
          </p:nvSpPr>
          <p:spPr>
            <a:xfrm>
              <a:off x="28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0" name="Isosceles Triangle 189"/>
            <p:cNvSpPr/>
            <p:nvPr/>
          </p:nvSpPr>
          <p:spPr>
            <a:xfrm>
              <a:off x="34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1" name="Isosceles Triangle 190"/>
            <p:cNvSpPr/>
            <p:nvPr/>
          </p:nvSpPr>
          <p:spPr>
            <a:xfrm>
              <a:off x="314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2" name="Isosceles Triangle 191"/>
            <p:cNvSpPr/>
            <p:nvPr/>
          </p:nvSpPr>
          <p:spPr>
            <a:xfrm>
              <a:off x="39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3" name="Isosceles Triangle 192"/>
            <p:cNvSpPr/>
            <p:nvPr/>
          </p:nvSpPr>
          <p:spPr>
            <a:xfrm>
              <a:off x="449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4" name="Isosceles Triangle 193"/>
            <p:cNvSpPr/>
            <p:nvPr/>
          </p:nvSpPr>
          <p:spPr>
            <a:xfrm>
              <a:off x="422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5" name="Isosceles Triangle 194"/>
            <p:cNvSpPr/>
            <p:nvPr/>
          </p:nvSpPr>
          <p:spPr>
            <a:xfrm>
              <a:off x="557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6" name="Isosceles Triangle 195"/>
            <p:cNvSpPr/>
            <p:nvPr/>
          </p:nvSpPr>
          <p:spPr>
            <a:xfrm>
              <a:off x="61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7" name="Isosceles Triangle 196"/>
            <p:cNvSpPr/>
            <p:nvPr/>
          </p:nvSpPr>
          <p:spPr>
            <a:xfrm>
              <a:off x="584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8" name="Isosceles Triangle 197"/>
            <p:cNvSpPr/>
            <p:nvPr/>
          </p:nvSpPr>
          <p:spPr>
            <a:xfrm>
              <a:off x="503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9" name="Isosceles Triangle 198"/>
            <p:cNvSpPr/>
            <p:nvPr/>
          </p:nvSpPr>
          <p:spPr>
            <a:xfrm>
              <a:off x="55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0" name="Isosceles Triangle 199"/>
            <p:cNvSpPr/>
            <p:nvPr/>
          </p:nvSpPr>
          <p:spPr>
            <a:xfrm>
              <a:off x="530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1" name="Isosceles Triangle 200"/>
            <p:cNvSpPr/>
            <p:nvPr/>
          </p:nvSpPr>
          <p:spPr>
            <a:xfrm>
              <a:off x="61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2" name="Isosceles Triangle 201"/>
            <p:cNvSpPr/>
            <p:nvPr/>
          </p:nvSpPr>
          <p:spPr>
            <a:xfrm>
              <a:off x="66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3" name="Isosceles Triangle 202"/>
            <p:cNvSpPr/>
            <p:nvPr/>
          </p:nvSpPr>
          <p:spPr>
            <a:xfrm>
              <a:off x="638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4" name="Isosceles Triangle 203"/>
            <p:cNvSpPr/>
            <p:nvPr/>
          </p:nvSpPr>
          <p:spPr>
            <a:xfrm>
              <a:off x="233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5" name="Isosceles Triangle 204"/>
            <p:cNvSpPr/>
            <p:nvPr/>
          </p:nvSpPr>
          <p:spPr>
            <a:xfrm>
              <a:off x="287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6" name="Isosceles Triangle 205"/>
            <p:cNvSpPr/>
            <p:nvPr/>
          </p:nvSpPr>
          <p:spPr>
            <a:xfrm>
              <a:off x="260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Isosceles Triangle 206"/>
            <p:cNvSpPr/>
            <p:nvPr/>
          </p:nvSpPr>
          <p:spPr>
            <a:xfrm>
              <a:off x="17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8" name="Isosceles Triangle 207"/>
            <p:cNvSpPr/>
            <p:nvPr/>
          </p:nvSpPr>
          <p:spPr>
            <a:xfrm>
              <a:off x="23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9" name="Isosceles Triangle 208"/>
            <p:cNvSpPr/>
            <p:nvPr/>
          </p:nvSpPr>
          <p:spPr>
            <a:xfrm>
              <a:off x="20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0" name="Isosceles Triangle 209"/>
            <p:cNvSpPr/>
            <p:nvPr/>
          </p:nvSpPr>
          <p:spPr>
            <a:xfrm>
              <a:off x="287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1" name="Isosceles Triangle 210"/>
            <p:cNvSpPr/>
            <p:nvPr/>
          </p:nvSpPr>
          <p:spPr>
            <a:xfrm>
              <a:off x="34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2" name="Isosceles Triangle 211"/>
            <p:cNvSpPr/>
            <p:nvPr/>
          </p:nvSpPr>
          <p:spPr>
            <a:xfrm>
              <a:off x="314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3" name="Isosceles Triangle 212"/>
            <p:cNvSpPr/>
            <p:nvPr/>
          </p:nvSpPr>
          <p:spPr>
            <a:xfrm>
              <a:off x="12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4" name="Isosceles Triangle 213"/>
            <p:cNvSpPr/>
            <p:nvPr/>
          </p:nvSpPr>
          <p:spPr>
            <a:xfrm>
              <a:off x="179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5" name="Isosceles Triangle 214"/>
            <p:cNvSpPr/>
            <p:nvPr/>
          </p:nvSpPr>
          <p:spPr>
            <a:xfrm>
              <a:off x="152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6" name="Isosceles Triangle 215"/>
            <p:cNvSpPr/>
            <p:nvPr/>
          </p:nvSpPr>
          <p:spPr>
            <a:xfrm>
              <a:off x="7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7" name="Isosceles Triangle 216"/>
            <p:cNvSpPr/>
            <p:nvPr/>
          </p:nvSpPr>
          <p:spPr>
            <a:xfrm>
              <a:off x="12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8" name="Isosceles Triangle 217"/>
            <p:cNvSpPr/>
            <p:nvPr/>
          </p:nvSpPr>
          <p:spPr>
            <a:xfrm>
              <a:off x="9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Isosceles Triangle 218"/>
            <p:cNvSpPr/>
            <p:nvPr/>
          </p:nvSpPr>
          <p:spPr>
            <a:xfrm>
              <a:off x="17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0" name="Isosceles Triangle 219"/>
            <p:cNvSpPr/>
            <p:nvPr/>
          </p:nvSpPr>
          <p:spPr>
            <a:xfrm>
              <a:off x="23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1" name="Isosceles Triangle 220"/>
            <p:cNvSpPr/>
            <p:nvPr/>
          </p:nvSpPr>
          <p:spPr>
            <a:xfrm>
              <a:off x="20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2" name="Isosceles Triangle 221"/>
            <p:cNvSpPr/>
            <p:nvPr/>
          </p:nvSpPr>
          <p:spPr>
            <a:xfrm>
              <a:off x="34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3" name="Isosceles Triangle 222"/>
            <p:cNvSpPr/>
            <p:nvPr/>
          </p:nvSpPr>
          <p:spPr>
            <a:xfrm>
              <a:off x="39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4" name="Isosceles Triangle 223"/>
            <p:cNvSpPr/>
            <p:nvPr/>
          </p:nvSpPr>
          <p:spPr>
            <a:xfrm>
              <a:off x="368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5" name="Isosceles Triangle 224"/>
            <p:cNvSpPr/>
            <p:nvPr/>
          </p:nvSpPr>
          <p:spPr>
            <a:xfrm>
              <a:off x="28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6" name="Isosceles Triangle 225"/>
            <p:cNvSpPr/>
            <p:nvPr/>
          </p:nvSpPr>
          <p:spPr>
            <a:xfrm>
              <a:off x="34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7" name="Isosceles Triangle 226"/>
            <p:cNvSpPr/>
            <p:nvPr/>
          </p:nvSpPr>
          <p:spPr>
            <a:xfrm>
              <a:off x="31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8" name="Isosceles Triangle 227"/>
            <p:cNvSpPr/>
            <p:nvPr/>
          </p:nvSpPr>
          <p:spPr>
            <a:xfrm>
              <a:off x="39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9" name="Isosceles Triangle 228"/>
            <p:cNvSpPr/>
            <p:nvPr/>
          </p:nvSpPr>
          <p:spPr>
            <a:xfrm>
              <a:off x="44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0" name="Isosceles Triangle 229"/>
            <p:cNvSpPr/>
            <p:nvPr/>
          </p:nvSpPr>
          <p:spPr>
            <a:xfrm>
              <a:off x="422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1" name="Isosceles Triangle 230"/>
            <p:cNvSpPr/>
            <p:nvPr/>
          </p:nvSpPr>
          <p:spPr>
            <a:xfrm>
              <a:off x="665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2" name="Isosceles Triangle 231"/>
            <p:cNvSpPr/>
            <p:nvPr/>
          </p:nvSpPr>
          <p:spPr>
            <a:xfrm>
              <a:off x="719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3" name="Isosceles Triangle 232"/>
            <p:cNvSpPr/>
            <p:nvPr/>
          </p:nvSpPr>
          <p:spPr>
            <a:xfrm>
              <a:off x="692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4" name="Isosceles Triangle 233"/>
            <p:cNvSpPr/>
            <p:nvPr/>
          </p:nvSpPr>
          <p:spPr>
            <a:xfrm>
              <a:off x="61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5" name="Isosceles Triangle 234"/>
            <p:cNvSpPr/>
            <p:nvPr/>
          </p:nvSpPr>
          <p:spPr>
            <a:xfrm>
              <a:off x="665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6" name="Isosceles Triangle 235"/>
            <p:cNvSpPr/>
            <p:nvPr/>
          </p:nvSpPr>
          <p:spPr>
            <a:xfrm>
              <a:off x="638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7" name="Isosceles Triangle 236"/>
            <p:cNvSpPr/>
            <p:nvPr/>
          </p:nvSpPr>
          <p:spPr>
            <a:xfrm>
              <a:off x="71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Isosceles Triangle 237"/>
            <p:cNvSpPr/>
            <p:nvPr/>
          </p:nvSpPr>
          <p:spPr>
            <a:xfrm>
              <a:off x="77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Isosceles Triangle 238"/>
            <p:cNvSpPr/>
            <p:nvPr/>
          </p:nvSpPr>
          <p:spPr>
            <a:xfrm>
              <a:off x="74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55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61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584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50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55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Isosceles Triangle 244"/>
            <p:cNvSpPr/>
            <p:nvPr/>
          </p:nvSpPr>
          <p:spPr>
            <a:xfrm>
              <a:off x="530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6" name="Isosceles Triangle 245"/>
            <p:cNvSpPr/>
            <p:nvPr/>
          </p:nvSpPr>
          <p:spPr>
            <a:xfrm>
              <a:off x="61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7" name="Isosceles Triangle 246"/>
            <p:cNvSpPr/>
            <p:nvPr/>
          </p:nvSpPr>
          <p:spPr>
            <a:xfrm>
              <a:off x="66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8" name="Isosceles Triangle 247"/>
            <p:cNvSpPr/>
            <p:nvPr/>
          </p:nvSpPr>
          <p:spPr>
            <a:xfrm>
              <a:off x="63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9" name="Isosceles Triangle 248"/>
            <p:cNvSpPr/>
            <p:nvPr/>
          </p:nvSpPr>
          <p:spPr>
            <a:xfrm>
              <a:off x="773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0" name="Isosceles Triangle 249"/>
            <p:cNvSpPr/>
            <p:nvPr/>
          </p:nvSpPr>
          <p:spPr>
            <a:xfrm>
              <a:off x="82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1" name="Isosceles Triangle 250"/>
            <p:cNvSpPr/>
            <p:nvPr/>
          </p:nvSpPr>
          <p:spPr>
            <a:xfrm>
              <a:off x="800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2" name="Isosceles Triangle 251"/>
            <p:cNvSpPr/>
            <p:nvPr/>
          </p:nvSpPr>
          <p:spPr>
            <a:xfrm>
              <a:off x="71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3" name="Isosceles Triangle 252"/>
            <p:cNvSpPr/>
            <p:nvPr/>
          </p:nvSpPr>
          <p:spPr>
            <a:xfrm>
              <a:off x="77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4" name="Isosceles Triangle 253"/>
            <p:cNvSpPr/>
            <p:nvPr/>
          </p:nvSpPr>
          <p:spPr>
            <a:xfrm>
              <a:off x="74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5" name="Isosceles Triangle 254"/>
            <p:cNvSpPr/>
            <p:nvPr/>
          </p:nvSpPr>
          <p:spPr>
            <a:xfrm>
              <a:off x="82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6" name="Isosceles Triangle 255"/>
            <p:cNvSpPr/>
            <p:nvPr/>
          </p:nvSpPr>
          <p:spPr>
            <a:xfrm>
              <a:off x="88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7" name="Isosceles Triangle 256"/>
            <p:cNvSpPr/>
            <p:nvPr/>
          </p:nvSpPr>
          <p:spPr>
            <a:xfrm>
              <a:off x="85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 Box 258"/>
              <p:cNvSpPr txBox="1"/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3164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59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 Box 259"/>
              <p:cNvSpPr txBox="1"/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2373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0" name="Text Box 2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blipFill rotWithShape="1">
                <a:blip r:embed="rId2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260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/>
          <p:cNvGrpSpPr/>
          <p:nvPr/>
        </p:nvGrpSpPr>
        <p:grpSpPr>
          <a:xfrm>
            <a:off x="-6381115" y="638810"/>
            <a:ext cx="5486400" cy="5490845"/>
            <a:chOff x="710" y="1163"/>
            <a:chExt cx="8640" cy="8647"/>
          </a:xfrm>
        </p:grpSpPr>
        <p:sp>
          <p:nvSpPr>
            <p:cNvPr id="176" name="Isosceles Triangle 175"/>
            <p:cNvSpPr/>
            <p:nvPr/>
          </p:nvSpPr>
          <p:spPr>
            <a:xfrm>
              <a:off x="2337" y="6030"/>
              <a:ext cx="533" cy="533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7" name="Isosceles Triangle 176"/>
            <p:cNvSpPr/>
            <p:nvPr/>
          </p:nvSpPr>
          <p:spPr>
            <a:xfrm>
              <a:off x="449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8" name="Isosceles Triangle 177"/>
            <p:cNvSpPr/>
            <p:nvPr/>
          </p:nvSpPr>
          <p:spPr>
            <a:xfrm>
              <a:off x="503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9" name="Isosceles Triangle 178"/>
            <p:cNvSpPr/>
            <p:nvPr/>
          </p:nvSpPr>
          <p:spPr>
            <a:xfrm>
              <a:off x="4760" y="11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0" name="Isosceles Triangle 179"/>
            <p:cNvSpPr/>
            <p:nvPr/>
          </p:nvSpPr>
          <p:spPr>
            <a:xfrm>
              <a:off x="395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1" name="Isosceles Triangle 180"/>
            <p:cNvSpPr/>
            <p:nvPr/>
          </p:nvSpPr>
          <p:spPr>
            <a:xfrm>
              <a:off x="449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2" name="Isosceles Triangle 181"/>
            <p:cNvSpPr/>
            <p:nvPr/>
          </p:nvSpPr>
          <p:spPr>
            <a:xfrm>
              <a:off x="422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3" name="Isosceles Triangle 182"/>
            <p:cNvSpPr/>
            <p:nvPr/>
          </p:nvSpPr>
          <p:spPr>
            <a:xfrm>
              <a:off x="503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4" name="Isosceles Triangle 183"/>
            <p:cNvSpPr/>
            <p:nvPr/>
          </p:nvSpPr>
          <p:spPr>
            <a:xfrm>
              <a:off x="557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5" name="Isosceles Triangle 184"/>
            <p:cNvSpPr/>
            <p:nvPr/>
          </p:nvSpPr>
          <p:spPr>
            <a:xfrm>
              <a:off x="530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6" name="Isosceles Triangle 185"/>
            <p:cNvSpPr/>
            <p:nvPr/>
          </p:nvSpPr>
          <p:spPr>
            <a:xfrm>
              <a:off x="34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7" name="Isosceles Triangle 186"/>
            <p:cNvSpPr/>
            <p:nvPr/>
          </p:nvSpPr>
          <p:spPr>
            <a:xfrm>
              <a:off x="395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8" name="Isosceles Triangle 187"/>
            <p:cNvSpPr/>
            <p:nvPr/>
          </p:nvSpPr>
          <p:spPr>
            <a:xfrm>
              <a:off x="368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9" name="Isosceles Triangle 188"/>
            <p:cNvSpPr/>
            <p:nvPr/>
          </p:nvSpPr>
          <p:spPr>
            <a:xfrm>
              <a:off x="28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0" name="Isosceles Triangle 189"/>
            <p:cNvSpPr/>
            <p:nvPr/>
          </p:nvSpPr>
          <p:spPr>
            <a:xfrm>
              <a:off x="34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1" name="Isosceles Triangle 190"/>
            <p:cNvSpPr/>
            <p:nvPr/>
          </p:nvSpPr>
          <p:spPr>
            <a:xfrm>
              <a:off x="314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2" name="Isosceles Triangle 191"/>
            <p:cNvSpPr/>
            <p:nvPr/>
          </p:nvSpPr>
          <p:spPr>
            <a:xfrm>
              <a:off x="39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3" name="Isosceles Triangle 192"/>
            <p:cNvSpPr/>
            <p:nvPr/>
          </p:nvSpPr>
          <p:spPr>
            <a:xfrm>
              <a:off x="449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4" name="Isosceles Triangle 193"/>
            <p:cNvSpPr/>
            <p:nvPr/>
          </p:nvSpPr>
          <p:spPr>
            <a:xfrm>
              <a:off x="422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5" name="Isosceles Triangle 194"/>
            <p:cNvSpPr/>
            <p:nvPr/>
          </p:nvSpPr>
          <p:spPr>
            <a:xfrm>
              <a:off x="557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6" name="Isosceles Triangle 195"/>
            <p:cNvSpPr/>
            <p:nvPr/>
          </p:nvSpPr>
          <p:spPr>
            <a:xfrm>
              <a:off x="61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7" name="Isosceles Triangle 196"/>
            <p:cNvSpPr/>
            <p:nvPr/>
          </p:nvSpPr>
          <p:spPr>
            <a:xfrm>
              <a:off x="584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8" name="Isosceles Triangle 197"/>
            <p:cNvSpPr/>
            <p:nvPr/>
          </p:nvSpPr>
          <p:spPr>
            <a:xfrm>
              <a:off x="503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9" name="Isosceles Triangle 198"/>
            <p:cNvSpPr/>
            <p:nvPr/>
          </p:nvSpPr>
          <p:spPr>
            <a:xfrm>
              <a:off x="55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0" name="Isosceles Triangle 199"/>
            <p:cNvSpPr/>
            <p:nvPr/>
          </p:nvSpPr>
          <p:spPr>
            <a:xfrm>
              <a:off x="530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1" name="Isosceles Triangle 200"/>
            <p:cNvSpPr/>
            <p:nvPr/>
          </p:nvSpPr>
          <p:spPr>
            <a:xfrm>
              <a:off x="61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2" name="Isosceles Triangle 201"/>
            <p:cNvSpPr/>
            <p:nvPr/>
          </p:nvSpPr>
          <p:spPr>
            <a:xfrm>
              <a:off x="66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3" name="Isosceles Triangle 202"/>
            <p:cNvSpPr/>
            <p:nvPr/>
          </p:nvSpPr>
          <p:spPr>
            <a:xfrm>
              <a:off x="638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4" name="Isosceles Triangle 203"/>
            <p:cNvSpPr/>
            <p:nvPr/>
          </p:nvSpPr>
          <p:spPr>
            <a:xfrm>
              <a:off x="233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5" name="Isosceles Triangle 204"/>
            <p:cNvSpPr/>
            <p:nvPr/>
          </p:nvSpPr>
          <p:spPr>
            <a:xfrm>
              <a:off x="287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6" name="Isosceles Triangle 205"/>
            <p:cNvSpPr/>
            <p:nvPr/>
          </p:nvSpPr>
          <p:spPr>
            <a:xfrm>
              <a:off x="260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Isosceles Triangle 206"/>
            <p:cNvSpPr/>
            <p:nvPr/>
          </p:nvSpPr>
          <p:spPr>
            <a:xfrm>
              <a:off x="17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8" name="Isosceles Triangle 207"/>
            <p:cNvSpPr/>
            <p:nvPr/>
          </p:nvSpPr>
          <p:spPr>
            <a:xfrm>
              <a:off x="23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9" name="Isosceles Triangle 208"/>
            <p:cNvSpPr/>
            <p:nvPr/>
          </p:nvSpPr>
          <p:spPr>
            <a:xfrm>
              <a:off x="20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0" name="Isosceles Triangle 209"/>
            <p:cNvSpPr/>
            <p:nvPr/>
          </p:nvSpPr>
          <p:spPr>
            <a:xfrm>
              <a:off x="287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1" name="Isosceles Triangle 210"/>
            <p:cNvSpPr/>
            <p:nvPr/>
          </p:nvSpPr>
          <p:spPr>
            <a:xfrm>
              <a:off x="34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2" name="Isosceles Triangle 211"/>
            <p:cNvSpPr/>
            <p:nvPr/>
          </p:nvSpPr>
          <p:spPr>
            <a:xfrm>
              <a:off x="314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3" name="Isosceles Triangle 212"/>
            <p:cNvSpPr/>
            <p:nvPr/>
          </p:nvSpPr>
          <p:spPr>
            <a:xfrm>
              <a:off x="12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4" name="Isosceles Triangle 213"/>
            <p:cNvSpPr/>
            <p:nvPr/>
          </p:nvSpPr>
          <p:spPr>
            <a:xfrm>
              <a:off x="179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5" name="Isosceles Triangle 214"/>
            <p:cNvSpPr/>
            <p:nvPr/>
          </p:nvSpPr>
          <p:spPr>
            <a:xfrm>
              <a:off x="152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6" name="Isosceles Triangle 215"/>
            <p:cNvSpPr/>
            <p:nvPr/>
          </p:nvSpPr>
          <p:spPr>
            <a:xfrm>
              <a:off x="7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7" name="Isosceles Triangle 216"/>
            <p:cNvSpPr/>
            <p:nvPr/>
          </p:nvSpPr>
          <p:spPr>
            <a:xfrm>
              <a:off x="12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8" name="Isosceles Triangle 217"/>
            <p:cNvSpPr/>
            <p:nvPr/>
          </p:nvSpPr>
          <p:spPr>
            <a:xfrm>
              <a:off x="9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Isosceles Triangle 218"/>
            <p:cNvSpPr/>
            <p:nvPr/>
          </p:nvSpPr>
          <p:spPr>
            <a:xfrm>
              <a:off x="17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0" name="Isosceles Triangle 219"/>
            <p:cNvSpPr/>
            <p:nvPr/>
          </p:nvSpPr>
          <p:spPr>
            <a:xfrm>
              <a:off x="23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1" name="Isosceles Triangle 220"/>
            <p:cNvSpPr/>
            <p:nvPr/>
          </p:nvSpPr>
          <p:spPr>
            <a:xfrm>
              <a:off x="20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2" name="Isosceles Triangle 221"/>
            <p:cNvSpPr/>
            <p:nvPr/>
          </p:nvSpPr>
          <p:spPr>
            <a:xfrm>
              <a:off x="34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3" name="Isosceles Triangle 222"/>
            <p:cNvSpPr/>
            <p:nvPr/>
          </p:nvSpPr>
          <p:spPr>
            <a:xfrm>
              <a:off x="39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4" name="Isosceles Triangle 223"/>
            <p:cNvSpPr/>
            <p:nvPr/>
          </p:nvSpPr>
          <p:spPr>
            <a:xfrm>
              <a:off x="368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5" name="Isosceles Triangle 224"/>
            <p:cNvSpPr/>
            <p:nvPr/>
          </p:nvSpPr>
          <p:spPr>
            <a:xfrm>
              <a:off x="28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6" name="Isosceles Triangle 225"/>
            <p:cNvSpPr/>
            <p:nvPr/>
          </p:nvSpPr>
          <p:spPr>
            <a:xfrm>
              <a:off x="34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7" name="Isosceles Triangle 226"/>
            <p:cNvSpPr/>
            <p:nvPr/>
          </p:nvSpPr>
          <p:spPr>
            <a:xfrm>
              <a:off x="31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8" name="Isosceles Triangle 227"/>
            <p:cNvSpPr/>
            <p:nvPr/>
          </p:nvSpPr>
          <p:spPr>
            <a:xfrm>
              <a:off x="39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9" name="Isosceles Triangle 228"/>
            <p:cNvSpPr/>
            <p:nvPr/>
          </p:nvSpPr>
          <p:spPr>
            <a:xfrm>
              <a:off x="44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0" name="Isosceles Triangle 229"/>
            <p:cNvSpPr/>
            <p:nvPr/>
          </p:nvSpPr>
          <p:spPr>
            <a:xfrm>
              <a:off x="422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1" name="Isosceles Triangle 230"/>
            <p:cNvSpPr/>
            <p:nvPr/>
          </p:nvSpPr>
          <p:spPr>
            <a:xfrm>
              <a:off x="665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2" name="Isosceles Triangle 231"/>
            <p:cNvSpPr/>
            <p:nvPr/>
          </p:nvSpPr>
          <p:spPr>
            <a:xfrm>
              <a:off x="719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3" name="Isosceles Triangle 232"/>
            <p:cNvSpPr/>
            <p:nvPr/>
          </p:nvSpPr>
          <p:spPr>
            <a:xfrm>
              <a:off x="692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4" name="Isosceles Triangle 233"/>
            <p:cNvSpPr/>
            <p:nvPr/>
          </p:nvSpPr>
          <p:spPr>
            <a:xfrm>
              <a:off x="61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5" name="Isosceles Triangle 234"/>
            <p:cNvSpPr/>
            <p:nvPr/>
          </p:nvSpPr>
          <p:spPr>
            <a:xfrm>
              <a:off x="665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6" name="Isosceles Triangle 235"/>
            <p:cNvSpPr/>
            <p:nvPr/>
          </p:nvSpPr>
          <p:spPr>
            <a:xfrm>
              <a:off x="638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7" name="Isosceles Triangle 236"/>
            <p:cNvSpPr/>
            <p:nvPr/>
          </p:nvSpPr>
          <p:spPr>
            <a:xfrm>
              <a:off x="71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Isosceles Triangle 237"/>
            <p:cNvSpPr/>
            <p:nvPr/>
          </p:nvSpPr>
          <p:spPr>
            <a:xfrm>
              <a:off x="77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Isosceles Triangle 238"/>
            <p:cNvSpPr/>
            <p:nvPr/>
          </p:nvSpPr>
          <p:spPr>
            <a:xfrm>
              <a:off x="74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55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61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584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50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55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Isosceles Triangle 244"/>
            <p:cNvSpPr/>
            <p:nvPr/>
          </p:nvSpPr>
          <p:spPr>
            <a:xfrm>
              <a:off x="530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6" name="Isosceles Triangle 245"/>
            <p:cNvSpPr/>
            <p:nvPr/>
          </p:nvSpPr>
          <p:spPr>
            <a:xfrm>
              <a:off x="61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7" name="Isosceles Triangle 246"/>
            <p:cNvSpPr/>
            <p:nvPr/>
          </p:nvSpPr>
          <p:spPr>
            <a:xfrm>
              <a:off x="66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8" name="Isosceles Triangle 247"/>
            <p:cNvSpPr/>
            <p:nvPr/>
          </p:nvSpPr>
          <p:spPr>
            <a:xfrm>
              <a:off x="63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9" name="Isosceles Triangle 248"/>
            <p:cNvSpPr/>
            <p:nvPr/>
          </p:nvSpPr>
          <p:spPr>
            <a:xfrm>
              <a:off x="773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0" name="Isosceles Triangle 249"/>
            <p:cNvSpPr/>
            <p:nvPr/>
          </p:nvSpPr>
          <p:spPr>
            <a:xfrm>
              <a:off x="82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1" name="Isosceles Triangle 250"/>
            <p:cNvSpPr/>
            <p:nvPr/>
          </p:nvSpPr>
          <p:spPr>
            <a:xfrm>
              <a:off x="800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2" name="Isosceles Triangle 251"/>
            <p:cNvSpPr/>
            <p:nvPr/>
          </p:nvSpPr>
          <p:spPr>
            <a:xfrm>
              <a:off x="71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3" name="Isosceles Triangle 252"/>
            <p:cNvSpPr/>
            <p:nvPr/>
          </p:nvSpPr>
          <p:spPr>
            <a:xfrm>
              <a:off x="77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4" name="Isosceles Triangle 253"/>
            <p:cNvSpPr/>
            <p:nvPr/>
          </p:nvSpPr>
          <p:spPr>
            <a:xfrm>
              <a:off x="74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5" name="Isosceles Triangle 254"/>
            <p:cNvSpPr/>
            <p:nvPr/>
          </p:nvSpPr>
          <p:spPr>
            <a:xfrm>
              <a:off x="82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6" name="Isosceles Triangle 255"/>
            <p:cNvSpPr/>
            <p:nvPr/>
          </p:nvSpPr>
          <p:spPr>
            <a:xfrm>
              <a:off x="88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7" name="Isosceles Triangle 256"/>
            <p:cNvSpPr/>
            <p:nvPr/>
          </p:nvSpPr>
          <p:spPr>
            <a:xfrm>
              <a:off x="85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 Box 258"/>
              <p:cNvSpPr txBox="1"/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3164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59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 Box 259"/>
              <p:cNvSpPr txBox="1"/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2373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0" name="Text Box 2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blipFill rotWithShape="1">
                <a:blip r:embed="rId2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Text Box 260"/>
              <p:cNvSpPr txBox="1"/>
              <p:nvPr/>
            </p:nvSpPr>
            <p:spPr>
              <a:xfrm>
                <a:off x="4070287" y="3039046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6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1780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1" name="Text Box 2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87" y="3039046"/>
                <a:ext cx="4142740" cy="1212850"/>
              </a:xfrm>
              <a:prstGeom prst="rect">
                <a:avLst/>
              </a:prstGeom>
              <a:blipFill rotWithShape="1">
                <a:blip r:embed="rId3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260" grpId="1"/>
      <p:bldP spid="26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0"/>
          <p:cNvSpPr txBox="1"/>
          <p:nvPr/>
        </p:nvSpPr>
        <p:spPr>
          <a:xfrm>
            <a:off x="5835015" y="4502150"/>
            <a:ext cx="613410" cy="48768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r>
              <a:rPr lang="en-US" sz="2800"/>
              <a:t>....</a:t>
            </a:r>
            <a:endParaRPr lang="en-US" sz="2800"/>
          </a:p>
        </p:txBody>
      </p:sp>
      <p:grpSp>
        <p:nvGrpSpPr>
          <p:cNvPr id="175" name="Group 174"/>
          <p:cNvGrpSpPr/>
          <p:nvPr/>
        </p:nvGrpSpPr>
        <p:grpSpPr>
          <a:xfrm>
            <a:off x="-6381115" y="638810"/>
            <a:ext cx="5486400" cy="5490845"/>
            <a:chOff x="710" y="1163"/>
            <a:chExt cx="8640" cy="8647"/>
          </a:xfrm>
        </p:grpSpPr>
        <p:sp>
          <p:nvSpPr>
            <p:cNvPr id="176" name="Isosceles Triangle 175"/>
            <p:cNvSpPr/>
            <p:nvPr/>
          </p:nvSpPr>
          <p:spPr>
            <a:xfrm>
              <a:off x="2337" y="6030"/>
              <a:ext cx="533" cy="533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7" name="Isosceles Triangle 176"/>
            <p:cNvSpPr/>
            <p:nvPr/>
          </p:nvSpPr>
          <p:spPr>
            <a:xfrm>
              <a:off x="449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8" name="Isosceles Triangle 177"/>
            <p:cNvSpPr/>
            <p:nvPr/>
          </p:nvSpPr>
          <p:spPr>
            <a:xfrm>
              <a:off x="5030" y="17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9" name="Isosceles Triangle 178"/>
            <p:cNvSpPr/>
            <p:nvPr/>
          </p:nvSpPr>
          <p:spPr>
            <a:xfrm>
              <a:off x="4760" y="11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0" name="Isosceles Triangle 179"/>
            <p:cNvSpPr/>
            <p:nvPr/>
          </p:nvSpPr>
          <p:spPr>
            <a:xfrm>
              <a:off x="395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1" name="Isosceles Triangle 180"/>
            <p:cNvSpPr/>
            <p:nvPr/>
          </p:nvSpPr>
          <p:spPr>
            <a:xfrm>
              <a:off x="449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2" name="Isosceles Triangle 181"/>
            <p:cNvSpPr/>
            <p:nvPr/>
          </p:nvSpPr>
          <p:spPr>
            <a:xfrm>
              <a:off x="422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3" name="Isosceles Triangle 182"/>
            <p:cNvSpPr/>
            <p:nvPr/>
          </p:nvSpPr>
          <p:spPr>
            <a:xfrm>
              <a:off x="503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4" name="Isosceles Triangle 183"/>
            <p:cNvSpPr/>
            <p:nvPr/>
          </p:nvSpPr>
          <p:spPr>
            <a:xfrm>
              <a:off x="5570" y="278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5" name="Isosceles Triangle 184"/>
            <p:cNvSpPr/>
            <p:nvPr/>
          </p:nvSpPr>
          <p:spPr>
            <a:xfrm>
              <a:off x="5300" y="22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6" name="Isosceles Triangle 185"/>
            <p:cNvSpPr/>
            <p:nvPr/>
          </p:nvSpPr>
          <p:spPr>
            <a:xfrm>
              <a:off x="34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7" name="Isosceles Triangle 186"/>
            <p:cNvSpPr/>
            <p:nvPr/>
          </p:nvSpPr>
          <p:spPr>
            <a:xfrm>
              <a:off x="395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8" name="Isosceles Triangle 187"/>
            <p:cNvSpPr/>
            <p:nvPr/>
          </p:nvSpPr>
          <p:spPr>
            <a:xfrm>
              <a:off x="368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9" name="Isosceles Triangle 188"/>
            <p:cNvSpPr/>
            <p:nvPr/>
          </p:nvSpPr>
          <p:spPr>
            <a:xfrm>
              <a:off x="28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0" name="Isosceles Triangle 189"/>
            <p:cNvSpPr/>
            <p:nvPr/>
          </p:nvSpPr>
          <p:spPr>
            <a:xfrm>
              <a:off x="34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1" name="Isosceles Triangle 190"/>
            <p:cNvSpPr/>
            <p:nvPr/>
          </p:nvSpPr>
          <p:spPr>
            <a:xfrm>
              <a:off x="314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2" name="Isosceles Triangle 191"/>
            <p:cNvSpPr/>
            <p:nvPr/>
          </p:nvSpPr>
          <p:spPr>
            <a:xfrm>
              <a:off x="39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3" name="Isosceles Triangle 192"/>
            <p:cNvSpPr/>
            <p:nvPr/>
          </p:nvSpPr>
          <p:spPr>
            <a:xfrm>
              <a:off x="449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4" name="Isosceles Triangle 193"/>
            <p:cNvSpPr/>
            <p:nvPr/>
          </p:nvSpPr>
          <p:spPr>
            <a:xfrm>
              <a:off x="422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5" name="Isosceles Triangle 194"/>
            <p:cNvSpPr/>
            <p:nvPr/>
          </p:nvSpPr>
          <p:spPr>
            <a:xfrm>
              <a:off x="557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6" name="Isosceles Triangle 195"/>
            <p:cNvSpPr/>
            <p:nvPr/>
          </p:nvSpPr>
          <p:spPr>
            <a:xfrm>
              <a:off x="6110" y="386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7" name="Isosceles Triangle 196"/>
            <p:cNvSpPr/>
            <p:nvPr/>
          </p:nvSpPr>
          <p:spPr>
            <a:xfrm>
              <a:off x="5840" y="332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8" name="Isosceles Triangle 197"/>
            <p:cNvSpPr/>
            <p:nvPr/>
          </p:nvSpPr>
          <p:spPr>
            <a:xfrm>
              <a:off x="503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9" name="Isosceles Triangle 198"/>
            <p:cNvSpPr/>
            <p:nvPr/>
          </p:nvSpPr>
          <p:spPr>
            <a:xfrm>
              <a:off x="557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0" name="Isosceles Triangle 199"/>
            <p:cNvSpPr/>
            <p:nvPr/>
          </p:nvSpPr>
          <p:spPr>
            <a:xfrm>
              <a:off x="530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1" name="Isosceles Triangle 200"/>
            <p:cNvSpPr/>
            <p:nvPr/>
          </p:nvSpPr>
          <p:spPr>
            <a:xfrm>
              <a:off x="611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2" name="Isosceles Triangle 201"/>
            <p:cNvSpPr/>
            <p:nvPr/>
          </p:nvSpPr>
          <p:spPr>
            <a:xfrm>
              <a:off x="6650" y="494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3" name="Isosceles Triangle 202"/>
            <p:cNvSpPr/>
            <p:nvPr/>
          </p:nvSpPr>
          <p:spPr>
            <a:xfrm>
              <a:off x="6380" y="4403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4" name="Isosceles Triangle 203"/>
            <p:cNvSpPr/>
            <p:nvPr/>
          </p:nvSpPr>
          <p:spPr>
            <a:xfrm>
              <a:off x="233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5" name="Isosceles Triangle 204"/>
            <p:cNvSpPr/>
            <p:nvPr/>
          </p:nvSpPr>
          <p:spPr>
            <a:xfrm>
              <a:off x="287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6" name="Isosceles Triangle 205"/>
            <p:cNvSpPr/>
            <p:nvPr/>
          </p:nvSpPr>
          <p:spPr>
            <a:xfrm>
              <a:off x="260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7" name="Isosceles Triangle 206"/>
            <p:cNvSpPr/>
            <p:nvPr/>
          </p:nvSpPr>
          <p:spPr>
            <a:xfrm>
              <a:off x="17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8" name="Isosceles Triangle 207"/>
            <p:cNvSpPr/>
            <p:nvPr/>
          </p:nvSpPr>
          <p:spPr>
            <a:xfrm>
              <a:off x="23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9" name="Isosceles Triangle 208"/>
            <p:cNvSpPr/>
            <p:nvPr/>
          </p:nvSpPr>
          <p:spPr>
            <a:xfrm>
              <a:off x="20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0" name="Isosceles Triangle 209"/>
            <p:cNvSpPr/>
            <p:nvPr/>
          </p:nvSpPr>
          <p:spPr>
            <a:xfrm>
              <a:off x="287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1" name="Isosceles Triangle 210"/>
            <p:cNvSpPr/>
            <p:nvPr/>
          </p:nvSpPr>
          <p:spPr>
            <a:xfrm>
              <a:off x="34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2" name="Isosceles Triangle 211"/>
            <p:cNvSpPr/>
            <p:nvPr/>
          </p:nvSpPr>
          <p:spPr>
            <a:xfrm>
              <a:off x="314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3" name="Isosceles Triangle 212"/>
            <p:cNvSpPr/>
            <p:nvPr/>
          </p:nvSpPr>
          <p:spPr>
            <a:xfrm>
              <a:off x="12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4" name="Isosceles Triangle 213"/>
            <p:cNvSpPr/>
            <p:nvPr/>
          </p:nvSpPr>
          <p:spPr>
            <a:xfrm>
              <a:off x="179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5" name="Isosceles Triangle 214"/>
            <p:cNvSpPr/>
            <p:nvPr/>
          </p:nvSpPr>
          <p:spPr>
            <a:xfrm>
              <a:off x="152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6" name="Isosceles Triangle 215"/>
            <p:cNvSpPr/>
            <p:nvPr/>
          </p:nvSpPr>
          <p:spPr>
            <a:xfrm>
              <a:off x="7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7" name="Isosceles Triangle 216"/>
            <p:cNvSpPr/>
            <p:nvPr/>
          </p:nvSpPr>
          <p:spPr>
            <a:xfrm>
              <a:off x="12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8" name="Isosceles Triangle 217"/>
            <p:cNvSpPr/>
            <p:nvPr/>
          </p:nvSpPr>
          <p:spPr>
            <a:xfrm>
              <a:off x="9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9" name="Isosceles Triangle 218"/>
            <p:cNvSpPr/>
            <p:nvPr/>
          </p:nvSpPr>
          <p:spPr>
            <a:xfrm>
              <a:off x="17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0" name="Isosceles Triangle 219"/>
            <p:cNvSpPr/>
            <p:nvPr/>
          </p:nvSpPr>
          <p:spPr>
            <a:xfrm>
              <a:off x="23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1" name="Isosceles Triangle 220"/>
            <p:cNvSpPr/>
            <p:nvPr/>
          </p:nvSpPr>
          <p:spPr>
            <a:xfrm>
              <a:off x="20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2" name="Isosceles Triangle 221"/>
            <p:cNvSpPr/>
            <p:nvPr/>
          </p:nvSpPr>
          <p:spPr>
            <a:xfrm>
              <a:off x="34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3" name="Isosceles Triangle 222"/>
            <p:cNvSpPr/>
            <p:nvPr/>
          </p:nvSpPr>
          <p:spPr>
            <a:xfrm>
              <a:off x="395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4" name="Isosceles Triangle 223"/>
            <p:cNvSpPr/>
            <p:nvPr/>
          </p:nvSpPr>
          <p:spPr>
            <a:xfrm>
              <a:off x="368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5" name="Isosceles Triangle 224"/>
            <p:cNvSpPr/>
            <p:nvPr/>
          </p:nvSpPr>
          <p:spPr>
            <a:xfrm>
              <a:off x="28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6" name="Isosceles Triangle 225"/>
            <p:cNvSpPr/>
            <p:nvPr/>
          </p:nvSpPr>
          <p:spPr>
            <a:xfrm>
              <a:off x="34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7" name="Isosceles Triangle 226"/>
            <p:cNvSpPr/>
            <p:nvPr/>
          </p:nvSpPr>
          <p:spPr>
            <a:xfrm>
              <a:off x="31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8" name="Isosceles Triangle 227"/>
            <p:cNvSpPr/>
            <p:nvPr/>
          </p:nvSpPr>
          <p:spPr>
            <a:xfrm>
              <a:off x="39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9" name="Isosceles Triangle 228"/>
            <p:cNvSpPr/>
            <p:nvPr/>
          </p:nvSpPr>
          <p:spPr>
            <a:xfrm>
              <a:off x="44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0" name="Isosceles Triangle 229"/>
            <p:cNvSpPr/>
            <p:nvPr/>
          </p:nvSpPr>
          <p:spPr>
            <a:xfrm>
              <a:off x="422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1" name="Isosceles Triangle 230"/>
            <p:cNvSpPr/>
            <p:nvPr/>
          </p:nvSpPr>
          <p:spPr>
            <a:xfrm>
              <a:off x="665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2" name="Isosceles Triangle 231"/>
            <p:cNvSpPr/>
            <p:nvPr/>
          </p:nvSpPr>
          <p:spPr>
            <a:xfrm>
              <a:off x="7190" y="60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3" name="Isosceles Triangle 232"/>
            <p:cNvSpPr/>
            <p:nvPr/>
          </p:nvSpPr>
          <p:spPr>
            <a:xfrm>
              <a:off x="6920" y="54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4" name="Isosceles Triangle 233"/>
            <p:cNvSpPr/>
            <p:nvPr/>
          </p:nvSpPr>
          <p:spPr>
            <a:xfrm>
              <a:off x="611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5" name="Isosceles Triangle 234"/>
            <p:cNvSpPr/>
            <p:nvPr/>
          </p:nvSpPr>
          <p:spPr>
            <a:xfrm>
              <a:off x="665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6" name="Isosceles Triangle 235"/>
            <p:cNvSpPr/>
            <p:nvPr/>
          </p:nvSpPr>
          <p:spPr>
            <a:xfrm>
              <a:off x="638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7" name="Isosceles Triangle 236"/>
            <p:cNvSpPr/>
            <p:nvPr/>
          </p:nvSpPr>
          <p:spPr>
            <a:xfrm>
              <a:off x="719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Isosceles Triangle 237"/>
            <p:cNvSpPr/>
            <p:nvPr/>
          </p:nvSpPr>
          <p:spPr>
            <a:xfrm>
              <a:off x="7730" y="711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Isosceles Triangle 238"/>
            <p:cNvSpPr/>
            <p:nvPr/>
          </p:nvSpPr>
          <p:spPr>
            <a:xfrm>
              <a:off x="7460" y="65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55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611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584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50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55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Isosceles Triangle 244"/>
            <p:cNvSpPr/>
            <p:nvPr/>
          </p:nvSpPr>
          <p:spPr>
            <a:xfrm>
              <a:off x="530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6" name="Isosceles Triangle 245"/>
            <p:cNvSpPr/>
            <p:nvPr/>
          </p:nvSpPr>
          <p:spPr>
            <a:xfrm>
              <a:off x="61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7" name="Isosceles Triangle 246"/>
            <p:cNvSpPr/>
            <p:nvPr/>
          </p:nvSpPr>
          <p:spPr>
            <a:xfrm>
              <a:off x="665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8" name="Isosceles Triangle 247"/>
            <p:cNvSpPr/>
            <p:nvPr/>
          </p:nvSpPr>
          <p:spPr>
            <a:xfrm>
              <a:off x="638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9" name="Isosceles Triangle 248"/>
            <p:cNvSpPr/>
            <p:nvPr/>
          </p:nvSpPr>
          <p:spPr>
            <a:xfrm>
              <a:off x="773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0" name="Isosceles Triangle 249"/>
            <p:cNvSpPr/>
            <p:nvPr/>
          </p:nvSpPr>
          <p:spPr>
            <a:xfrm>
              <a:off x="8270" y="819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1" name="Isosceles Triangle 250"/>
            <p:cNvSpPr/>
            <p:nvPr/>
          </p:nvSpPr>
          <p:spPr>
            <a:xfrm>
              <a:off x="8000" y="765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2" name="Isosceles Triangle 251"/>
            <p:cNvSpPr/>
            <p:nvPr/>
          </p:nvSpPr>
          <p:spPr>
            <a:xfrm>
              <a:off x="719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3" name="Isosceles Triangle 252"/>
            <p:cNvSpPr/>
            <p:nvPr/>
          </p:nvSpPr>
          <p:spPr>
            <a:xfrm>
              <a:off x="773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4" name="Isosceles Triangle 253"/>
            <p:cNvSpPr/>
            <p:nvPr/>
          </p:nvSpPr>
          <p:spPr>
            <a:xfrm>
              <a:off x="746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5" name="Isosceles Triangle 254"/>
            <p:cNvSpPr/>
            <p:nvPr/>
          </p:nvSpPr>
          <p:spPr>
            <a:xfrm>
              <a:off x="827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6" name="Isosceles Triangle 255"/>
            <p:cNvSpPr/>
            <p:nvPr/>
          </p:nvSpPr>
          <p:spPr>
            <a:xfrm>
              <a:off x="8810" y="927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57" name="Isosceles Triangle 256"/>
            <p:cNvSpPr/>
            <p:nvPr/>
          </p:nvSpPr>
          <p:spPr>
            <a:xfrm>
              <a:off x="8540" y="8730"/>
              <a:ext cx="540" cy="540"/>
            </a:xfrm>
            <a:prstGeom prst="triangle">
              <a:avLst/>
            </a:prstGeom>
            <a:solidFill>
              <a:schemeClr val="tx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Text Box 258"/>
              <p:cNvSpPr txBox="1"/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3164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59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567" y="324421"/>
                <a:ext cx="4142740" cy="1212850"/>
              </a:xfrm>
              <a:prstGeom prst="rect">
                <a:avLst/>
              </a:prstGeom>
              <a:blipFill rotWithShape="1">
                <a:blip r:embed="rId1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Text Box 259"/>
              <p:cNvSpPr txBox="1"/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5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2373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0" name="Text Box 2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87" y="1667446"/>
                <a:ext cx="4142740" cy="1209040"/>
              </a:xfrm>
              <a:prstGeom prst="rect">
                <a:avLst/>
              </a:prstGeom>
              <a:blipFill rotWithShape="1">
                <a:blip r:embed="rId2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Text Box 260"/>
              <p:cNvSpPr txBox="1"/>
              <p:nvPr/>
            </p:nvSpPr>
            <p:spPr>
              <a:xfrm>
                <a:off x="4070287" y="3039046"/>
                <a:ext cx="4142740" cy="12128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6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≈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1780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1" name="Text Box 2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87" y="3039046"/>
                <a:ext cx="4142740" cy="1212850"/>
              </a:xfrm>
              <a:prstGeom prst="rect">
                <a:avLst/>
              </a:prstGeom>
              <a:blipFill rotWithShape="1">
                <a:blip r:embed="rId3"/>
                <a:stretch>
                  <a:fillRect l="-14" t="-47" r="14" b="4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Text Box 261"/>
              <p:cNvSpPr txBox="1"/>
              <p:nvPr/>
            </p:nvSpPr>
            <p:spPr>
              <a:xfrm>
                <a:off x="4643057" y="5443791"/>
                <a:ext cx="2997200" cy="11385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𝐴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3200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∞</m:t>
                          </m:r>
                        </m:sup>
                      </m:sSup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0</m:t>
                      </m:r>
                      <m:r>
                        <a:rPr lang="en-US" sz="3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262" name="Text Box 2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057" y="5443791"/>
                <a:ext cx="2997200" cy="1138555"/>
              </a:xfrm>
              <a:prstGeom prst="rect">
                <a:avLst/>
              </a:prstGeom>
              <a:blipFill rotWithShape="1">
                <a:blip r:embed="rId4"/>
                <a:stretch>
                  <a:fillRect l="-19" t="-50" r="19" b="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260" grpId="1"/>
      <p:bldP spid="261" grpId="1"/>
      <p:bldP spid="262" grpId="1"/>
      <p:bldP spid="21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4"/>
          <p:cNvSpPr txBox="1"/>
          <p:nvPr/>
        </p:nvSpPr>
        <p:spPr>
          <a:xfrm>
            <a:off x="4260850" y="311150"/>
            <a:ext cx="367093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600"/>
              <a:t>Warum Fraktale?</a:t>
            </a:r>
            <a:endParaRPr lang="en-US" sz="360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003425"/>
            <a:ext cx="5837555" cy="3284855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680" y="2003425"/>
            <a:ext cx="4378960" cy="328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WPS Presentation</Application>
  <PresentationFormat>宽屏</PresentationFormat>
  <Paragraphs>76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Microsoft YaHei</vt:lpstr>
      <vt:lpstr>Droid Sans Fallback</vt:lpstr>
      <vt:lpstr>Arial Unicode MS</vt:lpstr>
      <vt:lpstr>Arial Black</vt:lpstr>
      <vt:lpstr>SimSun</vt:lpstr>
      <vt:lpstr>DejaVu Math TeX Gyre</vt:lpstr>
      <vt:lpstr>MS Mincho</vt:lpstr>
      <vt:lpstr>Droid Sans Japanese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adkoprek</cp:lastModifiedBy>
  <cp:revision>27</cp:revision>
  <dcterms:created xsi:type="dcterms:W3CDTF">2025-04-03T12:35:29Z</dcterms:created>
  <dcterms:modified xsi:type="dcterms:W3CDTF">2025-04-03T12:35:29Z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