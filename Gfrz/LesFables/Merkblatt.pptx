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40030" y="624205"/>
            <a:ext cx="2672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La raison du plus fort</a:t>
            </a:r>
            <a:endParaRPr lang="en-US"/>
          </a:p>
          <a:p>
            <a:r>
              <a:rPr lang="en-US"/>
              <a:t>est toujours la meulleure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40030" y="163830"/>
            <a:ext cx="1165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Morale</a:t>
            </a:r>
            <a:endParaRPr lang="en-US" sz="2400" b="1"/>
          </a:p>
        </p:txBody>
      </p:sp>
      <p:sp>
        <p:nvSpPr>
          <p:cNvPr id="6" name="Text Box 5"/>
          <p:cNvSpPr txBox="1"/>
          <p:nvPr/>
        </p:nvSpPr>
        <p:spPr>
          <a:xfrm>
            <a:off x="240030" y="2108835"/>
            <a:ext cx="2278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Né 1621 - Mort 1695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40030" y="1648460"/>
            <a:ext cx="31115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Jean de La Fontaine</a:t>
            </a:r>
            <a:endParaRPr lang="en-US" sz="2400" b="1"/>
          </a:p>
        </p:txBody>
      </p:sp>
      <p:sp>
        <p:nvSpPr>
          <p:cNvPr id="8" name="Text Box 7"/>
          <p:cNvSpPr txBox="1"/>
          <p:nvPr/>
        </p:nvSpPr>
        <p:spPr>
          <a:xfrm>
            <a:off x="240030" y="2477135"/>
            <a:ext cx="30657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Académie franccaise à 1684</a:t>
            </a:r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240030" y="2845435"/>
            <a:ext cx="982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Un poèt</a:t>
            </a:r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240030" y="3582035"/>
            <a:ext cx="35331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Louis XIV / Le roi-soleil</a:t>
            </a:r>
            <a:endParaRPr lang="en-US" sz="2400" b="1"/>
          </a:p>
        </p:txBody>
      </p:sp>
      <p:sp>
        <p:nvSpPr>
          <p:cNvPr id="11" name="Text Box 10"/>
          <p:cNvSpPr txBox="1"/>
          <p:nvPr/>
        </p:nvSpPr>
        <p:spPr>
          <a:xfrm>
            <a:off x="240030" y="4053205"/>
            <a:ext cx="2278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Né 1638 - Mort 1715</a:t>
            </a:r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240030" y="4432300"/>
            <a:ext cx="1427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Absolutisme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240030" y="4811395"/>
            <a:ext cx="3472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Jetter Nicolas Fouquet en prison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240030" y="5363845"/>
            <a:ext cx="251904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Louis de France</a:t>
            </a:r>
            <a:endParaRPr lang="en-US" sz="2400" b="1"/>
          </a:p>
        </p:txBody>
      </p:sp>
      <p:sp>
        <p:nvSpPr>
          <p:cNvPr id="15" name="Text Box 14"/>
          <p:cNvSpPr txBox="1"/>
          <p:nvPr/>
        </p:nvSpPr>
        <p:spPr>
          <a:xfrm>
            <a:off x="240030" y="5948680"/>
            <a:ext cx="2062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le fils de Louis XIV</a:t>
            </a:r>
            <a:endParaRPr lang="en-US"/>
          </a:p>
        </p:txBody>
      </p:sp>
      <p:sp>
        <p:nvSpPr>
          <p:cNvPr id="17" name="Rectangles 16"/>
          <p:cNvSpPr/>
          <p:nvPr/>
        </p:nvSpPr>
        <p:spPr>
          <a:xfrm>
            <a:off x="4387215" y="1715770"/>
            <a:ext cx="7915910" cy="525272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4387215" y="163830"/>
            <a:ext cx="28416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 b="1"/>
              <a:t>Morale vs Moralité</a:t>
            </a:r>
            <a:endParaRPr lang="en-US" sz="2400" b="1"/>
          </a:p>
        </p:txBody>
      </p:sp>
      <p:sp>
        <p:nvSpPr>
          <p:cNvPr id="19" name="Text Box 18"/>
          <p:cNvSpPr txBox="1"/>
          <p:nvPr/>
        </p:nvSpPr>
        <p:spPr>
          <a:xfrm>
            <a:off x="4387215" y="624205"/>
            <a:ext cx="38588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La Morale est un point d'une histoire</a:t>
            </a:r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4387215" y="992505"/>
            <a:ext cx="49129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>
                <a:sym typeface="+mn-ea"/>
              </a:rPr>
              <a:t>La Moralité est un grand concept d'une société</a:t>
            </a:r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4558665" y="1907540"/>
            <a:ext cx="1402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Agneau boit</a:t>
            </a:r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585585" y="1907540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Le loup veut punir l’agneau</a:t>
            </a:r>
            <a:endParaRPr lang="en-US"/>
          </a:p>
        </p:txBody>
      </p:sp>
      <p:cxnSp>
        <p:nvCxnSpPr>
          <p:cNvPr id="23" name="Straight Arrow Connector 22"/>
          <p:cNvCxnSpPr>
            <a:stCxn id="21" idx="3"/>
            <a:endCxn id="22" idx="1"/>
          </p:cNvCxnSpPr>
          <p:nvPr/>
        </p:nvCxnSpPr>
        <p:spPr>
          <a:xfrm>
            <a:off x="5960745" y="2091690"/>
            <a:ext cx="62484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/>
        </p:nvSpPr>
        <p:spPr>
          <a:xfrm>
            <a:off x="4558665" y="2477135"/>
            <a:ext cx="3599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L’agneau explique, il bois très loin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4558665" y="2845435"/>
            <a:ext cx="6126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Le luop accuser l’agneau de raconté de mauvaises choses</a:t>
            </a:r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4558665" y="3230880"/>
            <a:ext cx="3878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Mais agnaeu n’est pas né l’an passé</a:t>
            </a:r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4558665" y="3616325"/>
            <a:ext cx="3815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Le luop accuser le frère de l’agneau</a:t>
            </a:r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4558665" y="4001770"/>
            <a:ext cx="3243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Mais l’agnaeu n’a pas de frère</a:t>
            </a:r>
            <a:endParaRPr lang="en-US"/>
          </a:p>
        </p:txBody>
      </p:sp>
      <p:sp>
        <p:nvSpPr>
          <p:cNvPr id="29" name="Text Box 28"/>
          <p:cNvSpPr txBox="1"/>
          <p:nvPr/>
        </p:nvSpPr>
        <p:spPr>
          <a:xfrm>
            <a:off x="4590415" y="4387215"/>
            <a:ext cx="60940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Le luop pense quelqu’un d’autre de la famille de lagnau palat des mauvais choses et il veut se venger</a:t>
            </a:r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4591050" y="5158105"/>
            <a:ext cx="6094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le loup mange l’agneau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Presentation</Application>
  <PresentationFormat>宽屏</PresentationFormat>
  <Paragraphs>49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 Black</vt:lpstr>
      <vt:lpstr>Microsoft YaHei</vt:lpstr>
      <vt:lpstr>Droid Sans Fallback</vt:lpstr>
      <vt:lpstr>Arial Unicode MS</vt:lpstr>
      <vt:lpstr>SimSun</vt:lpstr>
      <vt:lpstr>SimSun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adkoprek</cp:lastModifiedBy>
  <cp:revision>7</cp:revision>
  <dcterms:created xsi:type="dcterms:W3CDTF">2025-06-03T05:18:04Z</dcterms:created>
  <dcterms:modified xsi:type="dcterms:W3CDTF">2025-06-03T05:18:04Z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