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30"/>
  </p:handoutMasterIdLst>
  <p:sldIdLst>
    <p:sldId id="256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70" r:id="rId12"/>
    <p:sldId id="266" r:id="rId13"/>
    <p:sldId id="268" r:id="rId14"/>
    <p:sldId id="267" r:id="rId15"/>
    <p:sldId id="271" r:id="rId16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8" r:id="rId27"/>
    <p:sldId id="286" r:id="rId28"/>
    <p:sldId id="287" r:id="rId2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E00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23925" y="0"/>
            <a:ext cx="14039215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765300"/>
            <a:ext cx="4448175" cy="2502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39215" y="0"/>
            <a:ext cx="14039215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45" y="1238885"/>
            <a:ext cx="8752840" cy="492506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90465" y="254000"/>
            <a:ext cx="22104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Ampel-Aus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622165" y="301625"/>
            <a:ext cx="2947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945" y="6858000"/>
            <a:ext cx="8752840" cy="4925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16500" y="1903095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34660" y="2101215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622165" y="301625"/>
            <a:ext cx="2947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16500" y="1903095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16500" y="3347720"/>
            <a:ext cx="2159000" cy="1041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34660" y="2101215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34660" y="3545840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FDP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22165" y="301625"/>
            <a:ext cx="2947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16500" y="1903095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16500" y="3347720"/>
            <a:ext cx="2159000" cy="1041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34660" y="2101215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34660" y="3545840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FDP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03800" y="4792345"/>
            <a:ext cx="2159000" cy="1041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94935" y="5052060"/>
            <a:ext cx="1802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>
                <a:solidFill>
                  <a:schemeClr val="bg1"/>
                </a:solidFill>
              </a:rPr>
              <a:t>Die Grüne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622165" y="301625"/>
            <a:ext cx="2947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5146040" y="1655445"/>
            <a:ext cx="1900555" cy="44253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5568315" y="1903095"/>
            <a:ext cx="1056005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568315" y="3347720"/>
            <a:ext cx="1056005" cy="1041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68315" y="4792345"/>
            <a:ext cx="1056005" cy="1041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597275" y="2101215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SPD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597275" y="3545840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FDP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892425" y="5052060"/>
            <a:ext cx="1802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>
                <a:solidFill>
                  <a:schemeClr val="tx1"/>
                </a:solidFill>
              </a:rPr>
              <a:t>Die Grüne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622165" y="301625"/>
            <a:ext cx="2947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6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-1900555" y="1656080"/>
            <a:ext cx="1900555" cy="44253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-1478280" y="1903730"/>
            <a:ext cx="1056005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-1478280" y="3348355"/>
            <a:ext cx="1056005" cy="1041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-1478280" y="4792980"/>
            <a:ext cx="1056005" cy="1041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-3449320" y="2101850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SPD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-3449320" y="354647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FDP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-4154170" y="5052695"/>
            <a:ext cx="1802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>
                <a:solidFill>
                  <a:schemeClr val="tx1"/>
                </a:solidFill>
              </a:rPr>
              <a:t>Die Grüne</a:t>
            </a:r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22" name="Picture 21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0" y="2223770"/>
            <a:ext cx="4982845" cy="279781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13416915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22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22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341880" y="2458720"/>
            <a:ext cx="1018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SPD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02380" y="245872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25.7 %</a:t>
            </a:r>
            <a:endParaRPr lang="en-US" sz="320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581400" y="2458720"/>
            <a:ext cx="0" cy="2984500"/>
          </a:xfrm>
          <a:prstGeom prst="line">
            <a:avLst/>
          </a:prstGeom>
          <a:ln w="28575" cmpd="sng">
            <a:solidFill>
              <a:srgbClr val="2020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341880" y="2458720"/>
            <a:ext cx="1018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SPD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02380" y="245872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25.7 %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41880" y="3225800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FDP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02380" y="3225800"/>
            <a:ext cx="14179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11.4 %</a:t>
            </a:r>
            <a:endParaRPr lang="en-US" sz="320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581400" y="2458720"/>
            <a:ext cx="0" cy="2984500"/>
          </a:xfrm>
          <a:prstGeom prst="line">
            <a:avLst/>
          </a:prstGeom>
          <a:ln w="28575" cmpd="sng">
            <a:solidFill>
              <a:srgbClr val="2020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sp>
        <p:nvSpPr>
          <p:cNvPr id="2" name="Text Box 1"/>
          <p:cNvSpPr txBox="1"/>
          <p:nvPr/>
        </p:nvSpPr>
        <p:spPr>
          <a:xfrm>
            <a:off x="2341880" y="2458720"/>
            <a:ext cx="1018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SPD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02380" y="245872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25.7 %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41880" y="3225800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FDP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02380" y="3225800"/>
            <a:ext cx="14179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11.4 %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02385" y="3925570"/>
            <a:ext cx="20351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Die Grüne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02380" y="399288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14.7 %</a:t>
            </a:r>
            <a:endParaRPr lang="en-US" sz="320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81400" y="2458720"/>
            <a:ext cx="0" cy="2984500"/>
          </a:xfrm>
          <a:prstGeom prst="line">
            <a:avLst/>
          </a:prstGeom>
          <a:ln w="28575" cmpd="sng">
            <a:solidFill>
              <a:srgbClr val="2020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2341880" y="2458720"/>
            <a:ext cx="1018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SPD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802380" y="245872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25.7 %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2341880" y="3225800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FDP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802380" y="3225800"/>
            <a:ext cx="14179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11.4 %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302385" y="3925570"/>
            <a:ext cx="20351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Die Grüne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802380" y="399288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14.7 %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802380" y="475996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 u="sng">
                <a:solidFill>
                  <a:schemeClr val="tx1"/>
                </a:solidFill>
              </a:rPr>
              <a:t>51.8 %</a:t>
            </a:r>
            <a:endParaRPr lang="en-US" sz="3200" u="sng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707130" y="269875"/>
            <a:ext cx="477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Warum?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cxnSp>
        <p:nvCxnSpPr>
          <p:cNvPr id="2" name="Straight Connector 1"/>
          <p:cNvCxnSpPr/>
          <p:nvPr/>
        </p:nvCxnSpPr>
        <p:spPr>
          <a:xfrm>
            <a:off x="3581400" y="2458720"/>
            <a:ext cx="0" cy="2984500"/>
          </a:xfrm>
          <a:prstGeom prst="line">
            <a:avLst/>
          </a:prstGeom>
          <a:ln w="28575" cmpd="sng">
            <a:solidFill>
              <a:srgbClr val="2020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-removebg-preview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363085" y="2072005"/>
            <a:ext cx="4363085" cy="2949575"/>
          </a:xfrm>
          <a:prstGeom prst="rect">
            <a:avLst/>
          </a:prstGeom>
        </p:spPr>
      </p:pic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sp>
        <p:nvSpPr>
          <p:cNvPr id="13" name="Text Box 12"/>
          <p:cNvSpPr txBox="1"/>
          <p:nvPr/>
        </p:nvSpPr>
        <p:spPr>
          <a:xfrm>
            <a:off x="-3508057" y="5021580"/>
            <a:ext cx="249237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800"/>
              <a:t>FDP Chef &amp; </a:t>
            </a:r>
            <a:endParaRPr lang="en-US" sz="2800"/>
          </a:p>
          <a:p>
            <a:pPr algn="ctr"/>
            <a:r>
              <a:rPr lang="en-US" sz="2800"/>
              <a:t>Finanzminister</a:t>
            </a:r>
            <a:endParaRPr lang="en-US" sz="2800"/>
          </a:p>
        </p:txBody>
      </p:sp>
      <p:sp>
        <p:nvSpPr>
          <p:cNvPr id="14" name="Text Box 13"/>
          <p:cNvSpPr txBox="1"/>
          <p:nvPr/>
        </p:nvSpPr>
        <p:spPr>
          <a:xfrm>
            <a:off x="3891280" y="301625"/>
            <a:ext cx="44094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Zerfall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41880" y="2458720"/>
            <a:ext cx="10185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SPD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02380" y="245872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25.7 %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02385" y="3925570"/>
            <a:ext cx="20351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Die Grüne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02380" y="399288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14.7 %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02380" y="4759960"/>
            <a:ext cx="14484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 u="sng">
                <a:solidFill>
                  <a:schemeClr val="tx1"/>
                </a:solidFill>
              </a:rPr>
              <a:t>40.8 %</a:t>
            </a:r>
            <a:endParaRPr lang="en-US" sz="3200" u="sng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581400" y="2458720"/>
            <a:ext cx="0" cy="2984500"/>
          </a:xfrm>
          <a:prstGeom prst="line">
            <a:avLst/>
          </a:prstGeom>
          <a:ln w="28575" cmpd="sng">
            <a:solidFill>
              <a:srgbClr val="20202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-2924810" y="3342005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FDP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-1464310" y="3342005"/>
            <a:ext cx="141795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>
                <a:solidFill>
                  <a:schemeClr val="tx1"/>
                </a:solidFill>
              </a:rPr>
              <a:t>11.4 %</a:t>
            </a:r>
            <a:endParaRPr 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91280" y="301625"/>
            <a:ext cx="44094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Zerfall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368425" y="7306310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SPD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70935" y="7306310"/>
            <a:ext cx="1605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25.7 %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16280" y="10354310"/>
            <a:ext cx="18021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>
                <a:solidFill>
                  <a:schemeClr val="tx1"/>
                </a:solidFill>
              </a:rPr>
              <a:t>Die Grüne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705225" y="10321925"/>
            <a:ext cx="1605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14.7 %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670935" y="11612245"/>
            <a:ext cx="1605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 u="sng">
                <a:solidFill>
                  <a:schemeClr val="tx1"/>
                </a:solidFill>
              </a:rPr>
              <a:t>40.4 %</a:t>
            </a:r>
            <a:endParaRPr lang="en-US" sz="3600" u="sng">
              <a:solidFill>
                <a:schemeClr val="tx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-4027805" y="8846185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FDP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-1725295" y="8846185"/>
            <a:ext cx="15709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tx1"/>
                </a:solidFill>
              </a:rPr>
              <a:t>11.4 %</a:t>
            </a:r>
            <a:endParaRPr lang="en-US" sz="3600">
              <a:solidFill>
                <a:schemeClr val="tx1"/>
              </a:solidFill>
            </a:endParaRPr>
          </a:p>
        </p:txBody>
      </p:sp>
      <p:pic>
        <p:nvPicPr>
          <p:cNvPr id="19" name="Picture 18" descr="image-removebg-preview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072005"/>
            <a:ext cx="4363085" cy="294957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1178243" y="5021580"/>
            <a:ext cx="249237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800"/>
              <a:t>FDP Chef &amp; </a:t>
            </a:r>
            <a:endParaRPr lang="en-US" sz="2800"/>
          </a:p>
          <a:p>
            <a:pPr algn="ctr"/>
            <a:r>
              <a:rPr lang="en-US" sz="2800"/>
              <a:t>Finanzminister</a:t>
            </a:r>
            <a:endParaRPr lang="en-US" sz="2800"/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91280" y="301625"/>
            <a:ext cx="44094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Zerfall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19" name="Picture 18" descr="image-removebg-preview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072005"/>
            <a:ext cx="4363085" cy="294957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1178243" y="5021580"/>
            <a:ext cx="249237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800"/>
              <a:t>FDP Chef &amp; </a:t>
            </a:r>
            <a:endParaRPr lang="en-US" sz="2800"/>
          </a:p>
          <a:p>
            <a:pPr algn="ctr"/>
            <a:r>
              <a:rPr lang="en-US" sz="2800"/>
              <a:t>Finanzminister</a:t>
            </a:r>
            <a:endParaRPr lang="en-US" sz="2800"/>
          </a:p>
        </p:txBody>
      </p:sp>
      <p:pic>
        <p:nvPicPr>
          <p:cNvPr id="25" name="Picture 24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2223770"/>
            <a:ext cx="4982845" cy="279781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434070" y="5227955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855" y="2268220"/>
            <a:ext cx="2574290" cy="2574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91280" y="301625"/>
            <a:ext cx="4757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Zukunft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pic>
        <p:nvPicPr>
          <p:cNvPr id="2" name="Picture 1" descr="image-removebg-preview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6858000"/>
            <a:ext cx="4363085" cy="29495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78243" y="9807575"/>
            <a:ext cx="249237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800"/>
              <a:t>FDP Chef &amp; </a:t>
            </a:r>
            <a:endParaRPr lang="en-US" sz="2800"/>
          </a:p>
          <a:p>
            <a:pPr algn="ctr"/>
            <a:r>
              <a:rPr lang="en-US" sz="2800"/>
              <a:t>Finanzminister</a:t>
            </a:r>
            <a:endParaRPr lang="en-US" sz="2800"/>
          </a:p>
        </p:txBody>
      </p:sp>
      <p:pic>
        <p:nvPicPr>
          <p:cNvPr id="5" name="Picture 4" descr="imag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7009765"/>
            <a:ext cx="4982845" cy="27978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34070" y="10013950"/>
            <a:ext cx="2533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Bundeskanzler</a:t>
            </a:r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855" y="7054215"/>
            <a:ext cx="2574290" cy="2574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91280" y="301625"/>
            <a:ext cx="4757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Zukunft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428115" y="3730625"/>
            <a:ext cx="9684385" cy="15875"/>
          </a:xfrm>
          <a:prstGeom prst="straightConnector1">
            <a:avLst/>
          </a:prstGeom>
          <a:ln w="25400">
            <a:solidFill>
              <a:srgbClr val="20202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560118" y="4079240"/>
            <a:ext cx="25520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Geplante Neuwahlen</a:t>
            </a:r>
            <a:endParaRPr lang="en-US" sz="2000"/>
          </a:p>
          <a:p>
            <a:pPr algn="ctr"/>
            <a:r>
              <a:rPr lang="en-US" sz="2000"/>
              <a:t>März 2025</a:t>
            </a:r>
            <a:endParaRPr lang="en-US" sz="20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75495" y="3444875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14501" y="4079240"/>
            <a:ext cx="19875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November 2024</a:t>
            </a:r>
            <a:endParaRPr lang="en-US" sz="20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708275" y="3444875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91280" y="301625"/>
            <a:ext cx="4757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Zukunft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428115" y="3730625"/>
            <a:ext cx="9684385" cy="15875"/>
          </a:xfrm>
          <a:prstGeom prst="straightConnector1">
            <a:avLst/>
          </a:prstGeom>
          <a:ln w="25400">
            <a:solidFill>
              <a:srgbClr val="20202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560118" y="4079240"/>
            <a:ext cx="25520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Geplante Neuwahlen</a:t>
            </a:r>
            <a:endParaRPr lang="en-US" sz="2000"/>
          </a:p>
          <a:p>
            <a:pPr algn="ctr"/>
            <a:r>
              <a:rPr lang="en-US" sz="2000"/>
              <a:t>März 2025</a:t>
            </a:r>
            <a:endParaRPr lang="en-US" sz="20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75495" y="3444875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14501" y="4079240"/>
            <a:ext cx="19875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November 2024</a:t>
            </a:r>
            <a:endParaRPr lang="en-US" sz="20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708275" y="3444875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70625" y="3444875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5262882" y="4079240"/>
            <a:ext cx="20154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Vertrauensfrage</a:t>
            </a:r>
            <a:endParaRPr lang="en-US" sz="2000"/>
          </a:p>
          <a:p>
            <a:pPr algn="ctr"/>
            <a:r>
              <a:rPr lang="en-US" sz="2000"/>
              <a:t>16. Januar 2024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/>
          <p:nvPr/>
        </p:nvCxnSpPr>
        <p:spPr>
          <a:xfrm flipV="1">
            <a:off x="1428115" y="-1651000"/>
            <a:ext cx="9684385" cy="15875"/>
          </a:xfrm>
          <a:prstGeom prst="straightConnector1">
            <a:avLst/>
          </a:prstGeom>
          <a:ln w="25400">
            <a:solidFill>
              <a:srgbClr val="20202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560118" y="-1302385"/>
            <a:ext cx="25520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Geplante Neuwahlen</a:t>
            </a:r>
            <a:endParaRPr lang="en-US" sz="2000"/>
          </a:p>
          <a:p>
            <a:pPr algn="ctr"/>
            <a:r>
              <a:rPr lang="en-US" sz="2000"/>
              <a:t>März 2025</a:t>
            </a:r>
            <a:endParaRPr lang="en-US" sz="20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7549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14501" y="-1302385"/>
            <a:ext cx="19875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November 2024</a:t>
            </a:r>
            <a:endParaRPr lang="en-US" sz="20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70827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7062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5077779" y="316230"/>
            <a:ext cx="238569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sym typeface="+mn-ea"/>
              </a:rPr>
              <a:t>Vertrauensfrage</a:t>
            </a:r>
            <a:endParaRPr lang="en-US" sz="2400"/>
          </a:p>
          <a:p>
            <a:pPr algn="ctr"/>
            <a:r>
              <a:rPr lang="en-US" sz="2400">
                <a:sym typeface="+mn-ea"/>
              </a:rPr>
              <a:t>16. Januar 2024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891280" y="-645160"/>
            <a:ext cx="4757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Zukunft</a:t>
            </a:r>
            <a:endParaRPr lang="en-US" sz="3600">
              <a:latin typeface="EB Garamond" charset="0"/>
              <a:cs typeface="EB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/>
          <p:cNvCxnSpPr/>
          <p:nvPr/>
        </p:nvCxnSpPr>
        <p:spPr>
          <a:xfrm flipV="1">
            <a:off x="1428115" y="-1651000"/>
            <a:ext cx="9684385" cy="15875"/>
          </a:xfrm>
          <a:prstGeom prst="straightConnector1">
            <a:avLst/>
          </a:prstGeom>
          <a:ln w="25400">
            <a:solidFill>
              <a:srgbClr val="20202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8560118" y="-1302385"/>
            <a:ext cx="25520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Geplante Neuwahlen</a:t>
            </a:r>
            <a:endParaRPr lang="en-US" sz="2000"/>
          </a:p>
          <a:p>
            <a:pPr algn="ctr"/>
            <a:r>
              <a:rPr lang="en-US" sz="2000"/>
              <a:t>März 2025</a:t>
            </a:r>
            <a:endParaRPr lang="en-US" sz="20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7549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14501" y="-1302385"/>
            <a:ext cx="19875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/>
              <a:t>November 2024</a:t>
            </a:r>
            <a:endParaRPr lang="en-US" sz="200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70827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70625" y="-1936750"/>
            <a:ext cx="0" cy="587375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5077779" y="316230"/>
            <a:ext cx="238569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sym typeface="+mn-ea"/>
              </a:rPr>
              <a:t>Vertrauensfrage</a:t>
            </a:r>
            <a:endParaRPr lang="en-US" sz="2400"/>
          </a:p>
          <a:p>
            <a:pPr algn="ctr"/>
            <a:r>
              <a:rPr lang="en-US" sz="2400">
                <a:sym typeface="+mn-ea"/>
              </a:rPr>
              <a:t>16. Januar 2024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3891280" y="-645160"/>
            <a:ext cx="47574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Ampelkoalition - Zukunft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545715" y="2908300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63875" y="3106420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80055" y="4069080"/>
            <a:ext cx="1289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15.8 %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3"/>
          <p:cNvSpPr txBox="1"/>
          <p:nvPr/>
        </p:nvSpPr>
        <p:spPr>
          <a:xfrm>
            <a:off x="5077779" y="316230"/>
            <a:ext cx="238569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sym typeface="+mn-ea"/>
              </a:rPr>
              <a:t>Vertrauensfrage</a:t>
            </a:r>
            <a:endParaRPr lang="en-US" sz="2400"/>
          </a:p>
          <a:p>
            <a:pPr algn="ctr"/>
            <a:r>
              <a:rPr lang="en-US" sz="2400">
                <a:sym typeface="+mn-ea"/>
              </a:rPr>
              <a:t>16. Januar 2024</a:t>
            </a:r>
            <a:endParaRPr lang="en-US" sz="2400"/>
          </a:p>
        </p:txBody>
      </p:sp>
      <p:sp>
        <p:nvSpPr>
          <p:cNvPr id="7" name="Rounded Rectangle 6"/>
          <p:cNvSpPr/>
          <p:nvPr/>
        </p:nvSpPr>
        <p:spPr>
          <a:xfrm>
            <a:off x="8287385" y="2908300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E7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8805545" y="3106420"/>
            <a:ext cx="1173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CDU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747760" y="4069080"/>
            <a:ext cx="1289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32.8 %</a:t>
            </a:r>
            <a:endParaRPr lang="en-US" sz="2800"/>
          </a:p>
        </p:txBody>
      </p:sp>
      <p:sp>
        <p:nvSpPr>
          <p:cNvPr id="4" name="Rounded Rectangle 3"/>
          <p:cNvSpPr/>
          <p:nvPr/>
        </p:nvSpPr>
        <p:spPr>
          <a:xfrm>
            <a:off x="2545715" y="2908300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63875" y="3106420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2980055" y="4069080"/>
            <a:ext cx="1289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15.8 %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839971" y="-4660265"/>
            <a:ext cx="286004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400">
                <a:sym typeface="+mn-ea"/>
              </a:rPr>
              <a:t>Vertrauensfrage</a:t>
            </a:r>
            <a:endParaRPr lang="en-US" sz="2400"/>
          </a:p>
          <a:p>
            <a:pPr algn="ctr"/>
            <a:r>
              <a:rPr lang="en-US" sz="2400">
                <a:sym typeface="+mn-ea"/>
              </a:rPr>
              <a:t>16. Dezember 2024</a:t>
            </a:r>
            <a:endParaRPr lang="en-US" sz="2400"/>
          </a:p>
        </p:txBody>
      </p:sp>
      <p:sp>
        <p:nvSpPr>
          <p:cNvPr id="3" name="Rounded Rectangle 2"/>
          <p:cNvSpPr/>
          <p:nvPr/>
        </p:nvSpPr>
        <p:spPr>
          <a:xfrm>
            <a:off x="8286750" y="-2068195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E7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804910" y="-1870075"/>
            <a:ext cx="1173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CDU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747125" y="-907415"/>
            <a:ext cx="1289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32.8 %</a:t>
            </a:r>
            <a:endParaRPr lang="en-US" sz="2800"/>
          </a:p>
        </p:txBody>
      </p:sp>
      <p:sp>
        <p:nvSpPr>
          <p:cNvPr id="8" name="Rounded Rectangle 7"/>
          <p:cNvSpPr/>
          <p:nvPr/>
        </p:nvSpPr>
        <p:spPr>
          <a:xfrm>
            <a:off x="2545080" y="-2068195"/>
            <a:ext cx="2159000" cy="10414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063240" y="-1870075"/>
            <a:ext cx="1122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solidFill>
                  <a:schemeClr val="bg1"/>
                </a:solidFill>
              </a:rPr>
              <a:t>SPD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79420" y="-907415"/>
            <a:ext cx="1289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800"/>
              <a:t>15.8 %</a:t>
            </a:r>
            <a:endParaRPr lang="en-US" sz="2800"/>
          </a:p>
        </p:txBody>
      </p:sp>
      <p:sp>
        <p:nvSpPr>
          <p:cNvPr id="11" name="Text Box 10"/>
          <p:cNvSpPr txBox="1"/>
          <p:nvPr/>
        </p:nvSpPr>
        <p:spPr>
          <a:xfrm>
            <a:off x="5211445" y="301625"/>
            <a:ext cx="211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Diskussion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4820" y="1318260"/>
            <a:ext cx="5010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Grund für den Zerfall der Ampelkoalition ist die Diskussion um die Schuldenbremse, wer denkt ihr hat Recht, Scholz oder Lindner?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6630" y="2469515"/>
            <a:ext cx="5868670" cy="3066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5211445" y="301625"/>
            <a:ext cx="211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Diskussion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4820" y="1318260"/>
            <a:ext cx="5010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Grund für den Zerfall der Ampelkoalition ist die Diskussion um die Schuldenbremse, wer denkt ihr hat Recht, Scholz oder Lindner?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330" y="2323465"/>
            <a:ext cx="5868670" cy="3066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5211445" y="301625"/>
            <a:ext cx="211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Diskussion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4820" y="1318260"/>
            <a:ext cx="50107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Grund für den Zerfall der Ampelkoalition ist die Diskussion um die Schuldenbremse, wer denkt ihr hat Recht, Scholz oder Lindner?</a:t>
            </a:r>
            <a:endParaRPr lang="en-US" sz="24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Was denkt ihr wäre eine sinnvollere Lösung gewesen um diese Differenz zu überwinden?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330" y="2323465"/>
            <a:ext cx="5868670" cy="3066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5211445" y="301625"/>
            <a:ext cx="211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>
                <a:latin typeface="EB Garamond" charset="0"/>
                <a:cs typeface="EB Garamond" charset="0"/>
              </a:rPr>
              <a:t>Diskussion</a:t>
            </a:r>
            <a:endParaRPr lang="en-US" sz="3600">
              <a:latin typeface="EB Garamond" charset="0"/>
              <a:cs typeface="EB Garamond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64820" y="1318260"/>
            <a:ext cx="501078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Grund für den Zerfall der Ampelkoalition ist die Diskussion um die Schuldenbremse, wer denkt ihr hat Recht, Scholz oder Lindner?</a:t>
            </a:r>
            <a:endParaRPr lang="en-US" sz="24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Was denkt ihr wäre eine sinnvollere Lösung gewesen um diese Differenz zu überwinden?</a:t>
            </a:r>
            <a:endParaRPr lang="en-US" sz="2400">
              <a:latin typeface="EB Garamond" charset="0"/>
              <a:cs typeface="EB Garamond" charset="0"/>
            </a:endParaRPr>
          </a:p>
          <a:p>
            <a:pPr marL="285750" indent="-285750" algn="l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>
                <a:latin typeface="EB Garamond" charset="0"/>
                <a:cs typeface="EB Garamond" charset="0"/>
              </a:rPr>
              <a:t>Lässt sich die Schuld für dieses Problem der Ampelkoalition zuweisen?</a:t>
            </a:r>
            <a:endParaRPr lang="en-US" sz="2400">
              <a:latin typeface="EB Garamond" charset="0"/>
              <a:cs typeface="EB Garamond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330" y="2323465"/>
            <a:ext cx="5868670" cy="3066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2016</Words>
  <Application>WPS Presentation</Application>
  <PresentationFormat>宽屏</PresentationFormat>
  <Paragraphs>236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Liberation Sans</vt:lpstr>
      <vt:lpstr>EB Garamond</vt:lpstr>
      <vt:lpstr>Microsoft YaHei</vt:lpstr>
      <vt:lpstr>Droid Sans Fallback</vt:lpstr>
      <vt:lpstr>Arial Unicode MS</vt:lpstr>
      <vt:lpstr>Arial Black</vt:lpstr>
      <vt:lpstr>SimSun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adkoprek</cp:lastModifiedBy>
  <cp:revision>14</cp:revision>
  <dcterms:created xsi:type="dcterms:W3CDTF">2024-11-13T06:37:02Z</dcterms:created>
  <dcterms:modified xsi:type="dcterms:W3CDTF">2024-11-13T06:37:02Z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